
<file path=[Content_Types].xml><?xml version="1.0" encoding="utf-8"?>
<Types xmlns="http://schemas.openxmlformats.org/package/2006/content-types">
  <Default Extension="png" ContentType="image/png"/>
  <Default Extension="jpeg" ContentType="image/jpeg"/>
  <Default Extension="JPG" ContentType="image/.jp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12"/>
  </p:notesMasterIdLst>
  <p:sldIdLst>
    <p:sldId id="260" r:id="rId4"/>
    <p:sldId id="261" r:id="rId5"/>
    <p:sldId id="275" r:id="rId6"/>
    <p:sldId id="276" r:id="rId7"/>
    <p:sldId id="278" r:id="rId8"/>
    <p:sldId id="277" r:id="rId9"/>
    <p:sldId id="280" r:id="rId10"/>
    <p:sldId id="274" r:id="rId11"/>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4" d="100"/>
          <a:sy n="104" d="100"/>
        </p:scale>
        <p:origin x="80"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notesMaster" Target="notesMasters/notesMaster1.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image" Target="../media/image1.png"/><Relationship Id="rId2" Type="http://schemas.openxmlformats.org/officeDocument/2006/relationships/tags" Target="../tags/tag3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7" Type="http://schemas.openxmlformats.org/officeDocument/2006/relationships/tags" Target="../tags/tag50.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58.xml"/><Relationship Id="rId8" Type="http://schemas.openxmlformats.org/officeDocument/2006/relationships/tags" Target="../tags/tag57.xml"/><Relationship Id="rId7" Type="http://schemas.openxmlformats.org/officeDocument/2006/relationships/tags" Target="../tags/tag56.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5" Type="http://schemas.openxmlformats.org/officeDocument/2006/relationships/tags" Target="../tags/tag62.xml"/><Relationship Id="rId4" Type="http://schemas.openxmlformats.org/officeDocument/2006/relationships/tags" Target="../tags/tag61.xml"/><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tags" Target="../tags/tag7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image" Target="../media/image2.png"/><Relationship Id="rId2" Type="http://schemas.openxmlformats.org/officeDocument/2006/relationships/tags" Target="../tags/tag75.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8" Type="http://schemas.openxmlformats.org/officeDocument/2006/relationships/tags" Target="../tags/tag87.xml"/><Relationship Id="rId7" Type="http://schemas.openxmlformats.org/officeDocument/2006/relationships/tags" Target="../tags/tag86.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image" Target="../media/image3.png"/><Relationship Id="rId2" Type="http://schemas.openxmlformats.org/officeDocument/2006/relationships/tags" Target="../tags/tag82.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93.xml"/><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image" Target="../media/image2.png"/><Relationship Id="rId2" Type="http://schemas.openxmlformats.org/officeDocument/2006/relationships/tags" Target="../tags/tag88.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01.xml"/><Relationship Id="rId8" Type="http://schemas.openxmlformats.org/officeDocument/2006/relationships/tags" Target="../tags/tag100.xml"/><Relationship Id="rId7" Type="http://schemas.openxmlformats.org/officeDocument/2006/relationships/tags" Target="../tags/tag99.xml"/><Relationship Id="rId6" Type="http://schemas.openxmlformats.org/officeDocument/2006/relationships/tags" Target="../tags/tag98.xml"/><Relationship Id="rId5" Type="http://schemas.openxmlformats.org/officeDocument/2006/relationships/tags" Target="../tags/tag97.xml"/><Relationship Id="rId4" Type="http://schemas.openxmlformats.org/officeDocument/2006/relationships/tags" Target="../tags/tag96.xml"/><Relationship Id="rId3" Type="http://schemas.openxmlformats.org/officeDocument/2006/relationships/tags" Target="../tags/tag95.xml"/><Relationship Id="rId2" Type="http://schemas.openxmlformats.org/officeDocument/2006/relationships/tags" Target="../tags/tag94.xml"/><Relationship Id="rId18" Type="http://schemas.openxmlformats.org/officeDocument/2006/relationships/tags" Target="../tags/tag110.xml"/><Relationship Id="rId17" Type="http://schemas.openxmlformats.org/officeDocument/2006/relationships/tags" Target="../tags/tag109.xml"/><Relationship Id="rId16" Type="http://schemas.openxmlformats.org/officeDocument/2006/relationships/tags" Target="../tags/tag108.xml"/><Relationship Id="rId15" Type="http://schemas.openxmlformats.org/officeDocument/2006/relationships/tags" Target="../tags/tag107.xml"/><Relationship Id="rId14" Type="http://schemas.openxmlformats.org/officeDocument/2006/relationships/tags" Target="../tags/tag106.xml"/><Relationship Id="rId13" Type="http://schemas.openxmlformats.org/officeDocument/2006/relationships/tags" Target="../tags/tag105.xml"/><Relationship Id="rId12" Type="http://schemas.openxmlformats.org/officeDocument/2006/relationships/tags" Target="../tags/tag104.xml"/><Relationship Id="rId11" Type="http://schemas.openxmlformats.org/officeDocument/2006/relationships/tags" Target="../tags/tag103.xml"/><Relationship Id="rId10" Type="http://schemas.openxmlformats.org/officeDocument/2006/relationships/tags" Target="../tags/tag102.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118.xml"/><Relationship Id="rId8" Type="http://schemas.openxmlformats.org/officeDocument/2006/relationships/tags" Target="../tags/tag117.xml"/><Relationship Id="rId7" Type="http://schemas.openxmlformats.org/officeDocument/2006/relationships/tags" Target="../tags/tag116.xml"/><Relationship Id="rId6" Type="http://schemas.openxmlformats.org/officeDocument/2006/relationships/tags" Target="../tags/tag115.xml"/><Relationship Id="rId5" Type="http://schemas.openxmlformats.org/officeDocument/2006/relationships/tags" Target="../tags/tag114.xml"/><Relationship Id="rId4" Type="http://schemas.openxmlformats.org/officeDocument/2006/relationships/tags" Target="../tags/tag113.xml"/><Relationship Id="rId3" Type="http://schemas.openxmlformats.org/officeDocument/2006/relationships/tags" Target="../tags/tag112.xml"/><Relationship Id="rId2" Type="http://schemas.openxmlformats.org/officeDocument/2006/relationships/tags" Target="../tags/tag111.xml"/><Relationship Id="rId18" Type="http://schemas.openxmlformats.org/officeDocument/2006/relationships/tags" Target="../tags/tag127.xml"/><Relationship Id="rId17" Type="http://schemas.openxmlformats.org/officeDocument/2006/relationships/tags" Target="../tags/tag126.xml"/><Relationship Id="rId16" Type="http://schemas.openxmlformats.org/officeDocument/2006/relationships/tags" Target="../tags/tag125.xml"/><Relationship Id="rId15" Type="http://schemas.openxmlformats.org/officeDocument/2006/relationships/tags" Target="../tags/tag124.xml"/><Relationship Id="rId14" Type="http://schemas.openxmlformats.org/officeDocument/2006/relationships/tags" Target="../tags/tag123.xml"/><Relationship Id="rId13" Type="http://schemas.openxmlformats.org/officeDocument/2006/relationships/tags" Target="../tags/tag122.xml"/><Relationship Id="rId12" Type="http://schemas.openxmlformats.org/officeDocument/2006/relationships/tags" Target="../tags/tag121.xml"/><Relationship Id="rId11" Type="http://schemas.openxmlformats.org/officeDocument/2006/relationships/tags" Target="../tags/tag120.xml"/><Relationship Id="rId10" Type="http://schemas.openxmlformats.org/officeDocument/2006/relationships/tags" Target="../tags/tag119.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135.xml"/><Relationship Id="rId8" Type="http://schemas.openxmlformats.org/officeDocument/2006/relationships/tags" Target="../tags/tag134.xml"/><Relationship Id="rId7" Type="http://schemas.openxmlformats.org/officeDocument/2006/relationships/tags" Target="../tags/tag133.xml"/><Relationship Id="rId6" Type="http://schemas.openxmlformats.org/officeDocument/2006/relationships/tags" Target="../tags/tag132.xml"/><Relationship Id="rId5" Type="http://schemas.openxmlformats.org/officeDocument/2006/relationships/tags" Target="../tags/tag131.xml"/><Relationship Id="rId4" Type="http://schemas.openxmlformats.org/officeDocument/2006/relationships/tags" Target="../tags/tag130.xml"/><Relationship Id="rId3" Type="http://schemas.openxmlformats.org/officeDocument/2006/relationships/tags" Target="../tags/tag129.xml"/><Relationship Id="rId2" Type="http://schemas.openxmlformats.org/officeDocument/2006/relationships/tags" Target="../tags/tag128.xml"/><Relationship Id="rId12" Type="http://schemas.openxmlformats.org/officeDocument/2006/relationships/tags" Target="../tags/tag138.xml"/><Relationship Id="rId11" Type="http://schemas.openxmlformats.org/officeDocument/2006/relationships/tags" Target="../tags/tag137.xml"/><Relationship Id="rId10" Type="http://schemas.openxmlformats.org/officeDocument/2006/relationships/tags" Target="../tags/tag136.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146.xml"/><Relationship Id="rId8" Type="http://schemas.openxmlformats.org/officeDocument/2006/relationships/tags" Target="../tags/tag145.xml"/><Relationship Id="rId7" Type="http://schemas.openxmlformats.org/officeDocument/2006/relationships/tags" Target="../tags/tag144.xml"/><Relationship Id="rId6" Type="http://schemas.openxmlformats.org/officeDocument/2006/relationships/tags" Target="../tags/tag143.xml"/><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tags" Target="../tags/tag140.xml"/><Relationship Id="rId2" Type="http://schemas.openxmlformats.org/officeDocument/2006/relationships/tags" Target="../tags/tag139.xml"/><Relationship Id="rId17" Type="http://schemas.openxmlformats.org/officeDocument/2006/relationships/tags" Target="../tags/tag154.xml"/><Relationship Id="rId16" Type="http://schemas.openxmlformats.org/officeDocument/2006/relationships/tags" Target="../tags/tag153.xml"/><Relationship Id="rId15" Type="http://schemas.openxmlformats.org/officeDocument/2006/relationships/tags" Target="../tags/tag152.xml"/><Relationship Id="rId14" Type="http://schemas.openxmlformats.org/officeDocument/2006/relationships/tags" Target="../tags/tag151.xml"/><Relationship Id="rId13" Type="http://schemas.openxmlformats.org/officeDocument/2006/relationships/tags" Target="../tags/tag150.xml"/><Relationship Id="rId12" Type="http://schemas.openxmlformats.org/officeDocument/2006/relationships/tags" Target="../tags/tag149.xml"/><Relationship Id="rId11" Type="http://schemas.openxmlformats.org/officeDocument/2006/relationships/tags" Target="../tags/tag148.xml"/><Relationship Id="rId10" Type="http://schemas.openxmlformats.org/officeDocument/2006/relationships/tags" Target="../tags/tag147.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4" Type="http://schemas.openxmlformats.org/officeDocument/2006/relationships/tags" Target="../tags/tag157.xml"/><Relationship Id="rId3" Type="http://schemas.openxmlformats.org/officeDocument/2006/relationships/tags" Target="../tags/tag156.xml"/><Relationship Id="rId2" Type="http://schemas.openxmlformats.org/officeDocument/2006/relationships/tags" Target="../tags/tag155.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65.xml"/><Relationship Id="rId8" Type="http://schemas.openxmlformats.org/officeDocument/2006/relationships/tags" Target="../tags/tag164.xml"/><Relationship Id="rId7" Type="http://schemas.openxmlformats.org/officeDocument/2006/relationships/tags" Target="../tags/tag163.xml"/><Relationship Id="rId6" Type="http://schemas.openxmlformats.org/officeDocument/2006/relationships/tags" Target="../tags/tag162.xml"/><Relationship Id="rId5" Type="http://schemas.openxmlformats.org/officeDocument/2006/relationships/tags" Target="../tags/tag161.xml"/><Relationship Id="rId4" Type="http://schemas.openxmlformats.org/officeDocument/2006/relationships/tags" Target="../tags/tag160.xml"/><Relationship Id="rId3" Type="http://schemas.openxmlformats.org/officeDocument/2006/relationships/tags" Target="../tags/tag159.xml"/><Relationship Id="rId2" Type="http://schemas.openxmlformats.org/officeDocument/2006/relationships/tags" Target="../tags/tag158.xml"/><Relationship Id="rId15" Type="http://schemas.openxmlformats.org/officeDocument/2006/relationships/tags" Target="../tags/tag171.xml"/><Relationship Id="rId14" Type="http://schemas.openxmlformats.org/officeDocument/2006/relationships/tags" Target="../tags/tag170.xml"/><Relationship Id="rId13" Type="http://schemas.openxmlformats.org/officeDocument/2006/relationships/tags" Target="../tags/tag169.xml"/><Relationship Id="rId12" Type="http://schemas.openxmlformats.org/officeDocument/2006/relationships/tags" Target="../tags/tag168.xml"/><Relationship Id="rId11" Type="http://schemas.openxmlformats.org/officeDocument/2006/relationships/tags" Target="../tags/tag167.xml"/><Relationship Id="rId10" Type="http://schemas.openxmlformats.org/officeDocument/2006/relationships/tags" Target="../tags/tag166.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179.xml"/><Relationship Id="rId8" Type="http://schemas.openxmlformats.org/officeDocument/2006/relationships/tags" Target="../tags/tag178.xml"/><Relationship Id="rId7" Type="http://schemas.openxmlformats.org/officeDocument/2006/relationships/tags" Target="../tags/tag177.xml"/><Relationship Id="rId6" Type="http://schemas.openxmlformats.org/officeDocument/2006/relationships/tags" Target="../tags/tag176.xml"/><Relationship Id="rId5" Type="http://schemas.openxmlformats.org/officeDocument/2006/relationships/tags" Target="../tags/tag175.xml"/><Relationship Id="rId4" Type="http://schemas.openxmlformats.org/officeDocument/2006/relationships/tags" Target="../tags/tag174.xml"/><Relationship Id="rId3" Type="http://schemas.openxmlformats.org/officeDocument/2006/relationships/tags" Target="../tags/tag173.xml"/><Relationship Id="rId2" Type="http://schemas.openxmlformats.org/officeDocument/2006/relationships/tags" Target="../tags/tag172.xml"/><Relationship Id="rId10" Type="http://schemas.openxmlformats.org/officeDocument/2006/relationships/tags" Target="../tags/tag180.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4" Type="http://schemas.openxmlformats.org/officeDocument/2006/relationships/tags" Target="../tags/tag183.xml"/><Relationship Id="rId3" Type="http://schemas.openxmlformats.org/officeDocument/2006/relationships/tags" Target="../tags/tag182.xml"/><Relationship Id="rId2" Type="http://schemas.openxmlformats.org/officeDocument/2006/relationships/tags" Target="../tags/tag181.xml"/><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9" Type="http://schemas.openxmlformats.org/officeDocument/2006/relationships/tags" Target="../tags/tag191.xml"/><Relationship Id="rId8" Type="http://schemas.openxmlformats.org/officeDocument/2006/relationships/tags" Target="../tags/tag190.xml"/><Relationship Id="rId7" Type="http://schemas.openxmlformats.org/officeDocument/2006/relationships/tags" Target="../tags/tag189.xml"/><Relationship Id="rId6" Type="http://schemas.openxmlformats.org/officeDocument/2006/relationships/tags" Target="../tags/tag188.xml"/><Relationship Id="rId5" Type="http://schemas.openxmlformats.org/officeDocument/2006/relationships/tags" Target="../tags/tag187.xml"/><Relationship Id="rId4" Type="http://schemas.openxmlformats.org/officeDocument/2006/relationships/tags" Target="../tags/tag186.xml"/><Relationship Id="rId3" Type="http://schemas.openxmlformats.org/officeDocument/2006/relationships/tags" Target="../tags/tag185.xml"/><Relationship Id="rId2" Type="http://schemas.openxmlformats.org/officeDocument/2006/relationships/tags" Target="../tags/tag184.xml"/><Relationship Id="rId15" Type="http://schemas.openxmlformats.org/officeDocument/2006/relationships/tags" Target="../tags/tag197.xml"/><Relationship Id="rId14" Type="http://schemas.openxmlformats.org/officeDocument/2006/relationships/tags" Target="../tags/tag196.xml"/><Relationship Id="rId13" Type="http://schemas.openxmlformats.org/officeDocument/2006/relationships/tags" Target="../tags/tag195.xml"/><Relationship Id="rId12" Type="http://schemas.openxmlformats.org/officeDocument/2006/relationships/tags" Target="../tags/tag194.xml"/><Relationship Id="rId11" Type="http://schemas.openxmlformats.org/officeDocument/2006/relationships/tags" Target="../tags/tag193.xml"/><Relationship Id="rId10" Type="http://schemas.openxmlformats.org/officeDocument/2006/relationships/tags" Target="../tags/tag192.xml"/><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9" Type="http://schemas.openxmlformats.org/officeDocument/2006/relationships/tags" Target="../tags/tag205.xml"/><Relationship Id="rId8" Type="http://schemas.openxmlformats.org/officeDocument/2006/relationships/tags" Target="../tags/tag204.xml"/><Relationship Id="rId7" Type="http://schemas.openxmlformats.org/officeDocument/2006/relationships/tags" Target="../tags/tag203.xml"/><Relationship Id="rId6" Type="http://schemas.openxmlformats.org/officeDocument/2006/relationships/tags" Target="../tags/tag202.xml"/><Relationship Id="rId5" Type="http://schemas.openxmlformats.org/officeDocument/2006/relationships/tags" Target="../tags/tag201.xml"/><Relationship Id="rId4" Type="http://schemas.openxmlformats.org/officeDocument/2006/relationships/tags" Target="../tags/tag200.xml"/><Relationship Id="rId3" Type="http://schemas.openxmlformats.org/officeDocument/2006/relationships/tags" Target="../tags/tag199.xml"/><Relationship Id="rId2" Type="http://schemas.openxmlformats.org/officeDocument/2006/relationships/tags" Target="../tags/tag198.xml"/><Relationship Id="rId15" Type="http://schemas.openxmlformats.org/officeDocument/2006/relationships/tags" Target="../tags/tag211.xml"/><Relationship Id="rId14" Type="http://schemas.openxmlformats.org/officeDocument/2006/relationships/tags" Target="../tags/tag210.xml"/><Relationship Id="rId13" Type="http://schemas.openxmlformats.org/officeDocument/2006/relationships/tags" Target="../tags/tag209.xml"/><Relationship Id="rId12" Type="http://schemas.openxmlformats.org/officeDocument/2006/relationships/tags" Target="../tags/tag208.xml"/><Relationship Id="rId11" Type="http://schemas.openxmlformats.org/officeDocument/2006/relationships/tags" Target="../tags/tag207.xml"/><Relationship Id="rId10" Type="http://schemas.openxmlformats.org/officeDocument/2006/relationships/tags" Target="../tags/tag206.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3968" y="136131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3968" y="384098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10" name="日期占位符 9"/>
          <p:cNvSpPr>
            <a:spLocks noGrp="1"/>
          </p:cNvSpPr>
          <p:nvPr>
            <p:ph type="dt" sz="half" idx="2"/>
            <p:custDataLst>
              <p:tags r:id="rId2"/>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11" name="页脚占位符 10"/>
          <p:cNvSpPr>
            <a:spLocks noGrp="1"/>
          </p:cNvSpPr>
          <p:nvPr>
            <p:ph type="ftr" sz="quarter" idx="3"/>
            <p:custDataLst>
              <p:tags r:id="rId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2" name="灯片编号占位符 11"/>
          <p:cNvSpPr>
            <a:spLocks noGrp="1"/>
          </p:cNvSpPr>
          <p:nvPr>
            <p:ph type="sldNum" sz="quarter" idx="4"/>
            <p:custDataLst>
              <p:tags r:id="rId4"/>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584" y="482457"/>
            <a:ext cx="10972888" cy="711206"/>
          </a:xfr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556" y="1524000"/>
            <a:ext cx="10972888" cy="47244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9"/>
          <p:cNvSpPr>
            <a:spLocks noGrp="1"/>
          </p:cNvSpPr>
          <p:nvPr>
            <p:ph type="dt" sz="half" idx="2"/>
            <p:custDataLst>
              <p:tags r:id="rId2"/>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11" name="页脚占位符 10"/>
          <p:cNvSpPr>
            <a:spLocks noGrp="1"/>
          </p:cNvSpPr>
          <p:nvPr>
            <p:ph type="ftr" sz="quarter" idx="3"/>
            <p:custDataLst>
              <p:tags r:id="rId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2" name="灯片编号占位符 11"/>
          <p:cNvSpPr>
            <a:spLocks noGrp="1"/>
          </p:cNvSpPr>
          <p:nvPr>
            <p:ph type="sldNum" sz="quarter" idx="4"/>
            <p:custDataLst>
              <p:tags r:id="rId4"/>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日期占位符 7"/>
          <p:cNvSpPr>
            <a:spLocks noGrp="1"/>
          </p:cNvSpPr>
          <p:nvPr>
            <p:ph type="dt" sz="half" idx="2"/>
            <p:custDataLst>
              <p:tags r:id="rId2"/>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9" name="页脚占位符 8"/>
          <p:cNvSpPr>
            <a:spLocks noGrp="1"/>
          </p:cNvSpPr>
          <p:nvPr>
            <p:ph type="ftr" sz="quarter" idx="3"/>
            <p:custDataLst>
              <p:tags r:id="rId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0" name="灯片编号占位符 9"/>
          <p:cNvSpPr>
            <a:spLocks noGrp="1"/>
          </p:cNvSpPr>
          <p:nvPr>
            <p:ph type="sldNum" sz="quarter" idx="4"/>
            <p:custDataLst>
              <p:tags r:id="rId4"/>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10" name="日期占位符 9"/>
          <p:cNvSpPr>
            <a:spLocks noGrp="1"/>
          </p:cNvSpPr>
          <p:nvPr>
            <p:ph type="dt" sz="half" idx="2"/>
            <p:custDataLst>
              <p:tags r:id="rId2"/>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11" name="页脚占位符 10"/>
          <p:cNvSpPr>
            <a:spLocks noGrp="1"/>
          </p:cNvSpPr>
          <p:nvPr>
            <p:ph type="ftr" sz="quarter" idx="3"/>
            <p:custDataLst>
              <p:tags r:id="rId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2" name="灯片编号占位符 11"/>
          <p:cNvSpPr>
            <a:spLocks noGrp="1"/>
          </p:cNvSpPr>
          <p:nvPr>
            <p:ph type="sldNum" sz="quarter" idx="4"/>
            <p:custDataLst>
              <p:tags r:id="rId4"/>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556" y="482457"/>
            <a:ext cx="10972888" cy="711206"/>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84" y="1523857"/>
            <a:ext cx="5257842" cy="47244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322060" y="1524000"/>
            <a:ext cx="5266690" cy="47244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2" name="页脚占位符 11"/>
          <p:cNvSpPr>
            <a:spLocks noGrp="1"/>
          </p:cNvSpPr>
          <p:nvPr>
            <p:ph type="ftr" sz="quarter" idx="3"/>
            <p:custDataLst>
              <p:tags r:id="rId2"/>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4" name="日期占位符 13"/>
          <p:cNvSpPr>
            <a:spLocks noGrp="1"/>
          </p:cNvSpPr>
          <p:nvPr>
            <p:ph type="dt" sz="half" idx="10"/>
            <p:custDataLst>
              <p:tags r:id="rId3"/>
            </p:custDataLst>
          </p:nvPr>
        </p:nvSpPr>
        <p:spPr>
          <a:xfrm>
            <a:off x="603250" y="6314440"/>
            <a:ext cx="2708910" cy="316865"/>
          </a:xfrm>
        </p:spPr>
        <p:txBody>
          <a:bodyPr/>
          <a:lstStyle/>
          <a:p>
            <a:fld id="{760FBDFE-C587-4B4C-A407-44438C67B59E}" type="datetimeFigureOut">
              <a:rPr lang="zh-CN" altLang="en-US" smtClean="0"/>
            </a:fld>
            <a:endParaRPr lang="zh-CN" altLang="en-US"/>
          </a:p>
        </p:txBody>
      </p:sp>
      <p:sp>
        <p:nvSpPr>
          <p:cNvPr id="15" name="灯片编号占位符 14"/>
          <p:cNvSpPr>
            <a:spLocks noGrp="1"/>
          </p:cNvSpPr>
          <p:nvPr>
            <p:ph type="sldNum" sz="quarter" idx="4"/>
            <p:custDataLst>
              <p:tags r:id="rId4"/>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556" y="482601"/>
            <a:ext cx="10972888" cy="711206"/>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7060" y="1524000"/>
            <a:ext cx="5257842" cy="914407"/>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540000"/>
            <a:ext cx="5257800" cy="370843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324411" y="1523712"/>
            <a:ext cx="5257842" cy="914407"/>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324600" y="2540000"/>
            <a:ext cx="5257800" cy="370843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9" name="日期占位符 18"/>
          <p:cNvSpPr>
            <a:spLocks noGrp="1"/>
          </p:cNvSpPr>
          <p:nvPr>
            <p:ph type="dt" sz="half" idx="10"/>
            <p:custDataLst>
              <p:tags r:id="rId2"/>
            </p:custDataLst>
          </p:nvPr>
        </p:nvSpPr>
        <p:spPr>
          <a:xfrm>
            <a:off x="603250" y="6314440"/>
            <a:ext cx="2708910" cy="316865"/>
          </a:xfrm>
        </p:spPr>
        <p:txBody>
          <a:bodyPr/>
          <a:lstStyle/>
          <a:p>
            <a:fld id="{760FBDFE-C587-4B4C-A407-44438C67B59E}" type="datetimeFigureOut">
              <a:rPr lang="zh-CN" altLang="en-US" smtClean="0"/>
            </a:fld>
            <a:endParaRPr lang="zh-CN" altLang="en-US"/>
          </a:p>
        </p:txBody>
      </p:sp>
      <p:sp>
        <p:nvSpPr>
          <p:cNvPr id="20" name="页脚占位符 19"/>
          <p:cNvSpPr>
            <a:spLocks noGrp="1"/>
          </p:cNvSpPr>
          <p:nvPr>
            <p:ph type="ftr" sz="quarter" idx="11"/>
            <p:custDataLst>
              <p:tags r:id="rId3"/>
            </p:custDataLst>
          </p:nvPr>
        </p:nvSpPr>
        <p:spPr/>
        <p:txBody>
          <a:bodyPr/>
          <a:lstStyle/>
          <a:p>
            <a:endParaRPr lang="zh-CN" altLang="en-US"/>
          </a:p>
        </p:txBody>
      </p:sp>
      <p:sp>
        <p:nvSpPr>
          <p:cNvPr id="21" name="灯片编号占位符 20"/>
          <p:cNvSpPr>
            <a:spLocks noGrp="1"/>
          </p:cNvSpPr>
          <p:nvPr>
            <p:ph type="sldNum" sz="quarter" idx="12"/>
            <p:custDataLst>
              <p:tags r:id="rId4"/>
            </p:custDataLst>
          </p:nvPr>
        </p:nvSpPr>
        <p:spPr>
          <a:xfrm>
            <a:off x="8877300" y="6314440"/>
            <a:ext cx="2709545" cy="316865"/>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556" y="482473"/>
            <a:ext cx="10972888" cy="711206"/>
          </a:xfrm>
        </p:spPr>
        <p:txBody>
          <a:bodyPr/>
          <a:lstStyle/>
          <a:p>
            <a:r>
              <a:rPr lang="zh-CN" altLang="en-US"/>
              <a:t>单击此处编辑母版标题样式</a:t>
            </a:r>
            <a:endParaRPr lang="zh-CN" altLang="en-US"/>
          </a:p>
        </p:txBody>
      </p:sp>
      <p:sp>
        <p:nvSpPr>
          <p:cNvPr id="3" name="日期占位符 2"/>
          <p:cNvSpPr>
            <a:spLocks noGrp="1"/>
          </p:cNvSpPr>
          <p:nvPr>
            <p:ph type="dt" sz="half" idx="2"/>
            <p:custDataLst>
              <p:tags r:id="rId2"/>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7" name="页脚占位符 6"/>
          <p:cNvSpPr>
            <a:spLocks noGrp="1"/>
          </p:cNvSpPr>
          <p:nvPr>
            <p:ph type="ftr" sz="quarter" idx="3"/>
            <p:custDataLst>
              <p:tags r:id="rId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1" name="灯片编号占位符 10"/>
          <p:cNvSpPr>
            <a:spLocks noGrp="1"/>
          </p:cNvSpPr>
          <p:nvPr>
            <p:ph type="sldNum" sz="quarter" idx="4"/>
            <p:custDataLst>
              <p:tags r:id="rId4"/>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584" y="609457"/>
            <a:ext cx="3556028"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4772660" y="609600"/>
            <a:ext cx="6807254" cy="5638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09600" y="2311400"/>
            <a:ext cx="3556000" cy="3937031"/>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30" name="页脚占位符 29"/>
          <p:cNvSpPr>
            <a:spLocks noGrp="1"/>
          </p:cNvSpPr>
          <p:nvPr>
            <p:ph type="ftr" sz="quarter" idx="3"/>
            <p:custDataLst>
              <p:tags r:id="rId2"/>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31" name="灯片编号占位符 30"/>
          <p:cNvSpPr>
            <a:spLocks noGrp="1"/>
          </p:cNvSpPr>
          <p:nvPr>
            <p:ph type="sldNum" sz="quarter" idx="4"/>
            <p:custDataLst>
              <p:tags r:id="rId3"/>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
        <p:nvSpPr>
          <p:cNvPr id="32" name="日期占位符 31"/>
          <p:cNvSpPr>
            <a:spLocks noGrp="1"/>
          </p:cNvSpPr>
          <p:nvPr>
            <p:ph type="dt" sz="half" idx="10"/>
            <p:custDataLst>
              <p:tags r:id="rId4"/>
            </p:custDataLst>
          </p:nvPr>
        </p:nvSpPr>
        <p:spPr>
          <a:xfrm>
            <a:off x="603250" y="6314440"/>
            <a:ext cx="2708910" cy="316865"/>
          </a:xfrm>
        </p:spPr>
        <p:txBody>
          <a:bodyPr/>
          <a:lstStyle/>
          <a:p>
            <a:fld id="{760FBDFE-C587-4B4C-A407-44438C67B59E}" type="datetimeFigureOut">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547860" y="609600"/>
            <a:ext cx="2032016" cy="563884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609600"/>
            <a:ext cx="8636069" cy="56388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2"/>
            <p:custDataLst>
              <p:tags r:id="rId2"/>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11" name="页脚占位符 10"/>
          <p:cNvSpPr>
            <a:spLocks noGrp="1"/>
          </p:cNvSpPr>
          <p:nvPr>
            <p:ph type="ftr" sz="quarter" idx="3"/>
            <p:custDataLst>
              <p:tags r:id="rId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2" name="灯片编号占位符 11"/>
          <p:cNvSpPr>
            <a:spLocks noGrp="1"/>
          </p:cNvSpPr>
          <p:nvPr>
            <p:ph type="sldNum" sz="quarter" idx="4"/>
            <p:custDataLst>
              <p:tags r:id="rId4"/>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609600"/>
            <a:ext cx="10973435" cy="5638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2" name="日期占位符 11"/>
          <p:cNvSpPr>
            <a:spLocks noGrp="1"/>
          </p:cNvSpPr>
          <p:nvPr>
            <p:ph type="dt" sz="half" idx="2"/>
            <p:custDataLst>
              <p:tags r:id="rId2"/>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13" name="页脚占位符 12"/>
          <p:cNvSpPr>
            <a:spLocks noGrp="1"/>
          </p:cNvSpPr>
          <p:nvPr>
            <p:ph type="ftr" sz="quarter" idx="3"/>
            <p:custDataLst>
              <p:tags r:id="rId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4" name="灯片编号占位符 13"/>
          <p:cNvSpPr>
            <a:spLocks noGrp="1"/>
          </p:cNvSpPr>
          <p:nvPr>
            <p:ph type="sldNum" sz="quarter" idx="4"/>
            <p:custDataLst>
              <p:tags r:id="rId4"/>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8" name="正文"/>
          <p:cNvSpPr txBox="1">
            <a:spLocks noGrp="1"/>
          </p:cNvSpPr>
          <p:nvPr>
            <p:ph idx="2"/>
            <p:custDataLst>
              <p:tags r:id="rId2"/>
            </p:custDataLst>
          </p:nvPr>
        </p:nvSpPr>
        <p:spPr>
          <a:xfrm>
            <a:off x="608400" y="1490400"/>
            <a:ext cx="10969200" cy="4759200"/>
          </a:xfrm>
          <a:prstGeom prst="rect">
            <a:avLst/>
          </a:prstGeom>
          <a:ln>
            <a:noFill/>
            <a:prstDash val="sysDash"/>
          </a:ln>
        </p:spPr>
        <p:txBody>
          <a:bodyPr vert="horz" lIns="90000" tIns="46800" rIns="90000" bIns="46800" rtlCol="0">
            <a:normAutofit/>
          </a:bodyPr>
          <a:lstStyle>
            <a:lvl1pPr>
              <a:defRPr dirty="0">
                <a:sym typeface="+mn-ea"/>
              </a:defRPr>
            </a:lvl1pPr>
            <a:lvl2pPr>
              <a:defRPr dirty="0">
                <a:sym typeface="+mn-ea"/>
              </a:defRPr>
            </a:lvl2pPr>
            <a:lvl3pPr>
              <a:defRPr dirty="0">
                <a:sym typeface="+mn-ea"/>
              </a:defRPr>
            </a:lvl3pPr>
            <a:lvl4pPr>
              <a:defRPr dirty="0">
                <a:sym typeface="+mn-ea"/>
              </a:defRPr>
            </a:lvl4pPr>
            <a:lvl5pPr>
              <a:defRPr dirty="0">
                <a:sym typeface="+mn-ea"/>
              </a:defRPr>
            </a:lvl5pPr>
          </a:lstStyle>
          <a:p>
            <a:pPr marR="0" lvl="0">
              <a:spcBef>
                <a:spcPts val="1200"/>
              </a:spcBef>
              <a:spcAft>
                <a:spcPts val="0"/>
              </a:spcAft>
              <a:buClr>
                <a:srgbClr val="39EA80"/>
              </a:buClr>
              <a:buSzTx/>
            </a:pPr>
            <a:r>
              <a:rPr dirty="0">
                <a:sym typeface="+mn-ea"/>
              </a:rPr>
              <a:t>单击此处编辑母版文本样式</a:t>
            </a:r>
            <a:endParaRPr dirty="0">
              <a:sym typeface="+mn-ea"/>
            </a:endParaRPr>
          </a:p>
          <a:p>
            <a:pPr marR="0" lvl="1">
              <a:buClr>
                <a:srgbClr val="39EA80"/>
              </a:buClr>
              <a:buSzTx/>
              <a:tabLst>
                <a:tab pos="1609725" algn="l"/>
              </a:tabLst>
            </a:pPr>
            <a:r>
              <a:rPr dirty="0" err="1">
                <a:sym typeface="+mn-ea"/>
              </a:rPr>
              <a:t>第二级</a:t>
            </a:r>
            <a:endParaRPr dirty="0">
              <a:sym typeface="+mn-ea"/>
            </a:endParaRPr>
          </a:p>
          <a:p>
            <a:pPr marR="0" lvl="2">
              <a:buClr>
                <a:srgbClr val="39EA80"/>
              </a:buClr>
              <a:buSzTx/>
            </a:pPr>
            <a:r>
              <a:rPr dirty="0" err="1">
                <a:sym typeface="+mn-ea"/>
              </a:rPr>
              <a:t>第三级</a:t>
            </a:r>
            <a:endParaRPr dirty="0">
              <a:sym typeface="+mn-ea"/>
            </a:endParaRPr>
          </a:p>
          <a:p>
            <a:pPr marR="0" lvl="3">
              <a:buClr>
                <a:srgbClr val="39EA80"/>
              </a:buClr>
              <a:buSzTx/>
            </a:pPr>
            <a:r>
              <a:rPr dirty="0" err="1">
                <a:sym typeface="+mn-ea"/>
              </a:rPr>
              <a:t>第四级</a:t>
            </a:r>
            <a:endParaRPr dirty="0">
              <a:sym typeface="+mn-ea"/>
            </a:endParaRPr>
          </a:p>
          <a:p>
            <a:pPr marR="0" lvl="4">
              <a:buClr>
                <a:srgbClr val="39EA80"/>
              </a:buClr>
              <a:buSzTx/>
            </a:pPr>
            <a:r>
              <a:rPr dirty="0" err="1">
                <a:sym typeface="+mn-ea"/>
              </a:rPr>
              <a:t>第五级</a:t>
            </a:r>
            <a:endParaRPr dirty="0">
              <a:sym typeface="+mn-ea"/>
            </a:endParaRPr>
          </a:p>
        </p:txBody>
      </p:sp>
      <p:sp>
        <p:nvSpPr>
          <p:cNvPr id="7" name="标题"/>
          <p:cNvSpPr txBox="1">
            <a:spLocks noGrp="1"/>
          </p:cNvSpPr>
          <p:nvPr>
            <p:ph type="title" idx="1"/>
            <p:custDataLst>
              <p:tags r:id="rId3"/>
            </p:custDataLst>
          </p:nvPr>
        </p:nvSpPr>
        <p:spPr>
          <a:xfrm>
            <a:off x="608400" y="608400"/>
            <a:ext cx="10969200" cy="705600"/>
          </a:xfrm>
          <a:prstGeom prst="rect">
            <a:avLst/>
          </a:prstGeom>
          <a:noFill/>
          <a:ln>
            <a:noFill/>
            <a:prstDash val="sysDash"/>
          </a:ln>
        </p:spPr>
        <p:txBody>
          <a:bodyPr vert="horz" wrap="square" lIns="91440" tIns="45720" rIns="91440" bIns="45720" rtlCol="0" anchor="ctr">
            <a:normAutofit/>
          </a:bodyPr>
          <a:lstStyle>
            <a:lvl1pPr marL="0" marR="0" lvl="0" algn="l" defTabSz="914400" rtl="0" eaLnBrk="1" fontAlgn="auto" latinLnBrk="0" hangingPunct="1">
              <a:lnSpc>
                <a:spcPct val="100000"/>
              </a:lnSpc>
              <a:buClrTx/>
              <a:buSzTx/>
              <a:buFontTx/>
              <a:buNone/>
              <a:defRPr kumimoji="0" lang="zh-CN" altLang="en-US" sz="3600" b="0" i="0" u="none" strike="noStrike" kern="1200" cap="none" spc="300" normalizeH="0" baseline="0" noProof="1" dirty="0" smtClean="0">
                <a:ln>
                  <a:noFill/>
                  <a:prstDash val="sysDot"/>
                </a:ln>
                <a:solidFill>
                  <a:srgbClr val="FFFFFF"/>
                </a:solidFill>
                <a:uFillTx/>
                <a:latin typeface="+mj-lt"/>
                <a:ea typeface="+mj-lt"/>
                <a:cs typeface="+mj-lt"/>
                <a:sym typeface="+mn-ea"/>
              </a:defRPr>
            </a:lvl1pPr>
          </a:lstStyle>
          <a:p>
            <a:pPr lvl="0"/>
            <a:r>
              <a:rPr>
                <a:sym typeface="+mn-ea"/>
              </a:rPr>
              <a:t>单击此处编辑母版标题样式</a:t>
            </a:r>
            <a:endParaRPr>
              <a:sym typeface="+mn-ea"/>
            </a:endParaRPr>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pic>
        <p:nvPicPr>
          <p:cNvPr id="8" name="图片 7" descr="图片1"/>
          <p:cNvPicPr>
            <a:picLocks noChangeAspect="1"/>
          </p:cNvPicPr>
          <p:nvPr userDrawn="1">
            <p:custDataLst>
              <p:tags r:id="rId2"/>
            </p:custDataLst>
          </p:nvPr>
        </p:nvPicPr>
        <p:blipFill>
          <a:blip r:embed="rId3">
            <a:duotone>
              <a:prstClr val="black"/>
              <a:schemeClr val="accent1">
                <a:tint val="45000"/>
                <a:satMod val="400000"/>
              </a:schemeClr>
            </a:duotone>
            <a:lum bright="18000" contrast="30000"/>
          </a:blip>
          <a:stretch>
            <a:fillRect/>
          </a:stretch>
        </p:blipFill>
        <p:spPr>
          <a:xfrm>
            <a:off x="0" y="0"/>
            <a:ext cx="12186920" cy="6858000"/>
          </a:xfrm>
          <a:prstGeom prst="rect">
            <a:avLst/>
          </a:prstGeom>
        </p:spPr>
      </p:pic>
      <p:sp>
        <p:nvSpPr>
          <p:cNvPr id="6" name="标题"/>
          <p:cNvSpPr txBox="1">
            <a:spLocks noGrp="1"/>
          </p:cNvSpPr>
          <p:nvPr>
            <p:ph type="title" idx="1" hasCustomPrompt="1"/>
            <p:custDataLst>
              <p:tags r:id="rId4"/>
            </p:custDataLst>
          </p:nvPr>
        </p:nvSpPr>
        <p:spPr>
          <a:xfrm>
            <a:off x="3607435" y="981710"/>
            <a:ext cx="4982210" cy="1102995"/>
          </a:xfrm>
          <a:prstGeom prst="rect">
            <a:avLst/>
          </a:prstGeom>
          <a:noFill/>
        </p:spPr>
        <p:txBody>
          <a:bodyPr wrap="square" lIns="91440" tIns="45720" rIns="91440" bIns="45720" rtlCol="0" anchor="t">
            <a:normAutofit/>
          </a:bodyPr>
          <a:lstStyle>
            <a:lvl1pPr marL="0" marR="0" lvl="0" algn="ctr" defTabSz="914400" rtl="0" eaLnBrk="1" fontAlgn="auto" latinLnBrk="0" hangingPunct="1">
              <a:lnSpc>
                <a:spcPct val="100000"/>
              </a:lnSpc>
              <a:buClrTx/>
              <a:buSzTx/>
              <a:buFontTx/>
              <a:buNone/>
              <a:defRPr kumimoji="0" lang="zh-CN" altLang="en-US" sz="6000" b="0" i="0" u="none" strike="noStrike" kern="1200" cap="none" spc="0" normalizeH="0" baseline="0" noProof="1">
                <a:solidFill>
                  <a:srgbClr val="FFFFFF"/>
                </a:solidFill>
                <a:latin typeface="+mj-lt"/>
                <a:ea typeface="+mj-lt"/>
                <a:cs typeface="MiSans Heavy" panose="00000A00000000000000" charset="-122"/>
                <a:sym typeface="+mn-ea"/>
              </a:defRPr>
            </a:lvl1pPr>
          </a:lstStyle>
          <a:p>
            <a:pPr lvl="0" algn="ctr">
              <a:buClrTx/>
              <a:buSzTx/>
              <a:buFontTx/>
            </a:pPr>
            <a:r>
              <a:rPr dirty="0">
                <a:sym typeface="+mn-ea"/>
              </a:rPr>
              <a:t>单击编辑标题</a:t>
            </a:r>
            <a:endParaRPr dirty="0">
              <a:sym typeface="+mn-ea"/>
            </a:endParaRPr>
          </a:p>
        </p:txBody>
      </p:sp>
      <p:sp>
        <p:nvSpPr>
          <p:cNvPr id="3" name="日期占位符 2"/>
          <p:cNvSpPr>
            <a:spLocks noGrp="1"/>
          </p:cNvSpPr>
          <p:nvPr>
            <p:ph type="dt" sz="half" idx="10"/>
            <p:custDataLst>
              <p:tags r:id="rId5"/>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
        <p:nvSpPr>
          <p:cNvPr id="9" name="任意多边形: 形状 8"/>
          <p:cNvSpPr/>
          <p:nvPr userDrawn="1">
            <p:custDataLst>
              <p:tags r:id="rId8"/>
            </p:custDataLst>
          </p:nvPr>
        </p:nvSpPr>
        <p:spPr>
          <a:xfrm>
            <a:off x="4104901" y="871398"/>
            <a:ext cx="3984116" cy="560984"/>
          </a:xfrm>
          <a:custGeom>
            <a:avLst/>
            <a:gdLst/>
            <a:ahLst/>
            <a:cxnLst/>
            <a:rect l="l" t="t" r="r" b="b"/>
            <a:pathLst>
              <a:path w="3984116" h="560984">
                <a:moveTo>
                  <a:pt x="780364" y="119329"/>
                </a:moveTo>
                <a:cubicBezTo>
                  <a:pt x="741044" y="119329"/>
                  <a:pt x="710183" y="133502"/>
                  <a:pt x="687781" y="161849"/>
                </a:cubicBezTo>
                <a:cubicBezTo>
                  <a:pt x="665378" y="190195"/>
                  <a:pt x="654176" y="229743"/>
                  <a:pt x="654176" y="280492"/>
                </a:cubicBezTo>
                <a:cubicBezTo>
                  <a:pt x="654176" y="331241"/>
                  <a:pt x="665378" y="370789"/>
                  <a:pt x="687781" y="399136"/>
                </a:cubicBezTo>
                <a:cubicBezTo>
                  <a:pt x="710183" y="427482"/>
                  <a:pt x="741044" y="441655"/>
                  <a:pt x="780364" y="441655"/>
                </a:cubicBezTo>
                <a:cubicBezTo>
                  <a:pt x="819683" y="441655"/>
                  <a:pt x="850544" y="427482"/>
                  <a:pt x="872947" y="399136"/>
                </a:cubicBezTo>
                <a:cubicBezTo>
                  <a:pt x="895349" y="370789"/>
                  <a:pt x="906551" y="331241"/>
                  <a:pt x="906551" y="280492"/>
                </a:cubicBezTo>
                <a:cubicBezTo>
                  <a:pt x="906551" y="229743"/>
                  <a:pt x="895349" y="190195"/>
                  <a:pt x="872947" y="161849"/>
                </a:cubicBezTo>
                <a:cubicBezTo>
                  <a:pt x="850544" y="133502"/>
                  <a:pt x="819683" y="119329"/>
                  <a:pt x="780364" y="119329"/>
                </a:cubicBezTo>
                <a:close/>
                <a:moveTo>
                  <a:pt x="3086023" y="9601"/>
                </a:moveTo>
                <a:lnTo>
                  <a:pt x="3511219" y="9601"/>
                </a:lnTo>
                <a:lnTo>
                  <a:pt x="3511219" y="128930"/>
                </a:lnTo>
                <a:lnTo>
                  <a:pt x="3362400" y="128930"/>
                </a:lnTo>
                <a:lnTo>
                  <a:pt x="3362400" y="551383"/>
                </a:lnTo>
                <a:lnTo>
                  <a:pt x="3234842" y="551383"/>
                </a:lnTo>
                <a:lnTo>
                  <a:pt x="3234842" y="128930"/>
                </a:lnTo>
                <a:lnTo>
                  <a:pt x="3086023" y="128930"/>
                </a:lnTo>
                <a:close/>
                <a:moveTo>
                  <a:pt x="2567787" y="9601"/>
                </a:moveTo>
                <a:lnTo>
                  <a:pt x="2684373" y="9601"/>
                </a:lnTo>
                <a:lnTo>
                  <a:pt x="2892170" y="316840"/>
                </a:lnTo>
                <a:lnTo>
                  <a:pt x="2896285" y="316840"/>
                </a:lnTo>
                <a:lnTo>
                  <a:pt x="2896285" y="9601"/>
                </a:lnTo>
                <a:lnTo>
                  <a:pt x="3023844" y="9601"/>
                </a:lnTo>
                <a:lnTo>
                  <a:pt x="3023844" y="551383"/>
                </a:lnTo>
                <a:lnTo>
                  <a:pt x="2914116" y="551383"/>
                </a:lnTo>
                <a:lnTo>
                  <a:pt x="2699461" y="244145"/>
                </a:lnTo>
                <a:lnTo>
                  <a:pt x="2695346" y="244145"/>
                </a:lnTo>
                <a:lnTo>
                  <a:pt x="2695346" y="551383"/>
                </a:lnTo>
                <a:lnTo>
                  <a:pt x="2567787" y="551383"/>
                </a:lnTo>
                <a:close/>
                <a:moveTo>
                  <a:pt x="2120112" y="9601"/>
                </a:moveTo>
                <a:lnTo>
                  <a:pt x="2488387" y="9601"/>
                </a:lnTo>
                <a:lnTo>
                  <a:pt x="2488387" y="124816"/>
                </a:lnTo>
                <a:lnTo>
                  <a:pt x="2247670" y="124816"/>
                </a:lnTo>
                <a:lnTo>
                  <a:pt x="2247670" y="219456"/>
                </a:lnTo>
                <a:lnTo>
                  <a:pt x="2475356" y="219456"/>
                </a:lnTo>
                <a:lnTo>
                  <a:pt x="2475356" y="334670"/>
                </a:lnTo>
                <a:lnTo>
                  <a:pt x="2247670" y="334670"/>
                </a:lnTo>
                <a:lnTo>
                  <a:pt x="2247670" y="436169"/>
                </a:lnTo>
                <a:lnTo>
                  <a:pt x="2496616" y="436169"/>
                </a:lnTo>
                <a:lnTo>
                  <a:pt x="2496616" y="551383"/>
                </a:lnTo>
                <a:lnTo>
                  <a:pt x="2120112" y="551383"/>
                </a:lnTo>
                <a:close/>
                <a:moveTo>
                  <a:pt x="1628698" y="9601"/>
                </a:moveTo>
                <a:lnTo>
                  <a:pt x="2053894" y="9601"/>
                </a:lnTo>
                <a:lnTo>
                  <a:pt x="2053894" y="128930"/>
                </a:lnTo>
                <a:lnTo>
                  <a:pt x="1905075" y="128930"/>
                </a:lnTo>
                <a:lnTo>
                  <a:pt x="1905075" y="551383"/>
                </a:lnTo>
                <a:lnTo>
                  <a:pt x="1777517" y="551383"/>
                </a:lnTo>
                <a:lnTo>
                  <a:pt x="1777517" y="128930"/>
                </a:lnTo>
                <a:lnTo>
                  <a:pt x="1628698" y="128930"/>
                </a:lnTo>
                <a:close/>
                <a:moveTo>
                  <a:pt x="1110462" y="9601"/>
                </a:moveTo>
                <a:lnTo>
                  <a:pt x="1227048" y="9601"/>
                </a:lnTo>
                <a:lnTo>
                  <a:pt x="1434845" y="316840"/>
                </a:lnTo>
                <a:lnTo>
                  <a:pt x="1438960" y="316840"/>
                </a:lnTo>
                <a:lnTo>
                  <a:pt x="1438960" y="9601"/>
                </a:lnTo>
                <a:lnTo>
                  <a:pt x="1566519" y="9601"/>
                </a:lnTo>
                <a:lnTo>
                  <a:pt x="1566519" y="551383"/>
                </a:lnTo>
                <a:lnTo>
                  <a:pt x="1456791" y="551383"/>
                </a:lnTo>
                <a:lnTo>
                  <a:pt x="1242135" y="244145"/>
                </a:lnTo>
                <a:lnTo>
                  <a:pt x="1238021" y="244145"/>
                </a:lnTo>
                <a:lnTo>
                  <a:pt x="1238021" y="551383"/>
                </a:lnTo>
                <a:lnTo>
                  <a:pt x="1110462" y="551383"/>
                </a:lnTo>
                <a:close/>
                <a:moveTo>
                  <a:pt x="3773576" y="0"/>
                </a:moveTo>
                <a:cubicBezTo>
                  <a:pt x="3871417" y="0"/>
                  <a:pt x="3941597" y="43891"/>
                  <a:pt x="3984116" y="131674"/>
                </a:cubicBezTo>
                <a:lnTo>
                  <a:pt x="3874388" y="182423"/>
                </a:lnTo>
                <a:cubicBezTo>
                  <a:pt x="3862959" y="158191"/>
                  <a:pt x="3849014" y="140932"/>
                  <a:pt x="3832555" y="130645"/>
                </a:cubicBezTo>
                <a:cubicBezTo>
                  <a:pt x="3816095" y="120358"/>
                  <a:pt x="3795979" y="115214"/>
                  <a:pt x="3772204" y="115214"/>
                </a:cubicBezTo>
                <a:cubicBezTo>
                  <a:pt x="3750716" y="115214"/>
                  <a:pt x="3732542" y="119901"/>
                  <a:pt x="3717683" y="129273"/>
                </a:cubicBezTo>
                <a:cubicBezTo>
                  <a:pt x="3702824" y="138646"/>
                  <a:pt x="3695395" y="150419"/>
                  <a:pt x="3695395" y="164592"/>
                </a:cubicBezTo>
                <a:cubicBezTo>
                  <a:pt x="3695395" y="174193"/>
                  <a:pt x="3698252" y="182080"/>
                  <a:pt x="3703967" y="188252"/>
                </a:cubicBezTo>
                <a:cubicBezTo>
                  <a:pt x="3709682" y="194424"/>
                  <a:pt x="3719626" y="200482"/>
                  <a:pt x="3733799" y="206426"/>
                </a:cubicBezTo>
                <a:cubicBezTo>
                  <a:pt x="3747973" y="212369"/>
                  <a:pt x="3769004" y="218999"/>
                  <a:pt x="3796893" y="226314"/>
                </a:cubicBezTo>
                <a:cubicBezTo>
                  <a:pt x="3833012" y="235458"/>
                  <a:pt x="3863416" y="245173"/>
                  <a:pt x="3888104" y="255460"/>
                </a:cubicBezTo>
                <a:cubicBezTo>
                  <a:pt x="3912793" y="265747"/>
                  <a:pt x="3934510" y="281864"/>
                  <a:pt x="3953255" y="303809"/>
                </a:cubicBezTo>
                <a:cubicBezTo>
                  <a:pt x="3972001" y="325755"/>
                  <a:pt x="3981373" y="355016"/>
                  <a:pt x="3981373" y="391592"/>
                </a:cubicBezTo>
                <a:cubicBezTo>
                  <a:pt x="3981373" y="425425"/>
                  <a:pt x="3972230" y="455143"/>
                  <a:pt x="3953941" y="480746"/>
                </a:cubicBezTo>
                <a:cubicBezTo>
                  <a:pt x="3935653" y="506349"/>
                  <a:pt x="3910164" y="526123"/>
                  <a:pt x="3877475" y="540067"/>
                </a:cubicBezTo>
                <a:cubicBezTo>
                  <a:pt x="3844785" y="554012"/>
                  <a:pt x="3807409" y="560984"/>
                  <a:pt x="3765346" y="560984"/>
                </a:cubicBezTo>
                <a:cubicBezTo>
                  <a:pt x="3713683" y="560984"/>
                  <a:pt x="3668763" y="548526"/>
                  <a:pt x="3630586" y="523608"/>
                </a:cubicBezTo>
                <a:cubicBezTo>
                  <a:pt x="3592410" y="498691"/>
                  <a:pt x="3564178" y="465658"/>
                  <a:pt x="3545890" y="424510"/>
                </a:cubicBezTo>
                <a:lnTo>
                  <a:pt x="3656304" y="374447"/>
                </a:lnTo>
                <a:cubicBezTo>
                  <a:pt x="3665448" y="398221"/>
                  <a:pt x="3679621" y="416052"/>
                  <a:pt x="3698824" y="427939"/>
                </a:cubicBezTo>
                <a:cubicBezTo>
                  <a:pt x="3718026" y="439826"/>
                  <a:pt x="3740429" y="445770"/>
                  <a:pt x="3766032" y="445770"/>
                </a:cubicBezTo>
                <a:cubicBezTo>
                  <a:pt x="3792092" y="445770"/>
                  <a:pt x="3812781" y="441541"/>
                  <a:pt x="3828097" y="433083"/>
                </a:cubicBezTo>
                <a:cubicBezTo>
                  <a:pt x="3843413" y="424624"/>
                  <a:pt x="3851071" y="413080"/>
                  <a:pt x="3851071" y="398450"/>
                </a:cubicBezTo>
                <a:cubicBezTo>
                  <a:pt x="3851071" y="388391"/>
                  <a:pt x="3848328" y="379933"/>
                  <a:pt x="3842841" y="373075"/>
                </a:cubicBezTo>
                <a:cubicBezTo>
                  <a:pt x="3837355" y="366217"/>
                  <a:pt x="3827411" y="359702"/>
                  <a:pt x="3813009" y="353530"/>
                </a:cubicBezTo>
                <a:cubicBezTo>
                  <a:pt x="3798608" y="347358"/>
                  <a:pt x="3777691" y="340614"/>
                  <a:pt x="3750258" y="333299"/>
                </a:cubicBezTo>
                <a:cubicBezTo>
                  <a:pt x="3713225" y="323240"/>
                  <a:pt x="3682479" y="313068"/>
                  <a:pt x="3658018" y="302781"/>
                </a:cubicBezTo>
                <a:cubicBezTo>
                  <a:pt x="3633558" y="292494"/>
                  <a:pt x="3611956" y="276263"/>
                  <a:pt x="3593210" y="254089"/>
                </a:cubicBezTo>
                <a:cubicBezTo>
                  <a:pt x="3574465" y="231915"/>
                  <a:pt x="3565092" y="202768"/>
                  <a:pt x="3565092" y="166649"/>
                </a:cubicBezTo>
                <a:cubicBezTo>
                  <a:pt x="3565092" y="134645"/>
                  <a:pt x="3574351" y="105956"/>
                  <a:pt x="3592868" y="80581"/>
                </a:cubicBezTo>
                <a:cubicBezTo>
                  <a:pt x="3611384" y="55207"/>
                  <a:pt x="3636530" y="35433"/>
                  <a:pt x="3668305" y="21260"/>
                </a:cubicBezTo>
                <a:cubicBezTo>
                  <a:pt x="3700081" y="7086"/>
                  <a:pt x="3735171" y="0"/>
                  <a:pt x="3773576" y="0"/>
                </a:cubicBezTo>
                <a:close/>
                <a:moveTo>
                  <a:pt x="780364" y="0"/>
                </a:moveTo>
                <a:cubicBezTo>
                  <a:pt x="832942" y="0"/>
                  <a:pt x="878433" y="11201"/>
                  <a:pt x="916838" y="33604"/>
                </a:cubicBezTo>
                <a:cubicBezTo>
                  <a:pt x="955243" y="56007"/>
                  <a:pt x="984846" y="88239"/>
                  <a:pt x="1005649" y="130302"/>
                </a:cubicBezTo>
                <a:cubicBezTo>
                  <a:pt x="1026451" y="172364"/>
                  <a:pt x="1036853" y="222428"/>
                  <a:pt x="1036853" y="280492"/>
                </a:cubicBezTo>
                <a:cubicBezTo>
                  <a:pt x="1036853" y="338557"/>
                  <a:pt x="1026451" y="388620"/>
                  <a:pt x="1005649" y="430682"/>
                </a:cubicBezTo>
                <a:cubicBezTo>
                  <a:pt x="984846" y="472745"/>
                  <a:pt x="955243" y="504977"/>
                  <a:pt x="916838" y="527380"/>
                </a:cubicBezTo>
                <a:cubicBezTo>
                  <a:pt x="878433" y="549783"/>
                  <a:pt x="832942" y="560984"/>
                  <a:pt x="780364" y="560984"/>
                </a:cubicBezTo>
                <a:cubicBezTo>
                  <a:pt x="727786" y="560984"/>
                  <a:pt x="682294" y="549783"/>
                  <a:pt x="643889" y="527380"/>
                </a:cubicBezTo>
                <a:cubicBezTo>
                  <a:pt x="605485" y="504977"/>
                  <a:pt x="575881" y="472745"/>
                  <a:pt x="555078" y="430682"/>
                </a:cubicBezTo>
                <a:cubicBezTo>
                  <a:pt x="534276" y="388620"/>
                  <a:pt x="523874" y="338557"/>
                  <a:pt x="523874" y="280492"/>
                </a:cubicBezTo>
                <a:cubicBezTo>
                  <a:pt x="523874" y="222428"/>
                  <a:pt x="534276" y="172364"/>
                  <a:pt x="555078" y="130302"/>
                </a:cubicBezTo>
                <a:cubicBezTo>
                  <a:pt x="575881" y="88239"/>
                  <a:pt x="605485" y="56007"/>
                  <a:pt x="643889" y="33604"/>
                </a:cubicBezTo>
                <a:cubicBezTo>
                  <a:pt x="682294" y="11201"/>
                  <a:pt x="727786" y="0"/>
                  <a:pt x="780364" y="0"/>
                </a:cubicBezTo>
                <a:close/>
                <a:moveTo>
                  <a:pt x="266090" y="0"/>
                </a:moveTo>
                <a:cubicBezTo>
                  <a:pt x="359816" y="0"/>
                  <a:pt x="428396" y="45948"/>
                  <a:pt x="471830" y="137846"/>
                </a:cubicBezTo>
                <a:lnTo>
                  <a:pt x="358673" y="187223"/>
                </a:lnTo>
                <a:cubicBezTo>
                  <a:pt x="349072" y="164821"/>
                  <a:pt x="335698" y="147904"/>
                  <a:pt x="318553" y="136474"/>
                </a:cubicBezTo>
                <a:cubicBezTo>
                  <a:pt x="301408" y="125044"/>
                  <a:pt x="281406" y="119329"/>
                  <a:pt x="258546" y="119329"/>
                </a:cubicBezTo>
                <a:cubicBezTo>
                  <a:pt x="233857" y="119329"/>
                  <a:pt x="211797" y="125844"/>
                  <a:pt x="192366" y="138874"/>
                </a:cubicBezTo>
                <a:cubicBezTo>
                  <a:pt x="172935" y="151905"/>
                  <a:pt x="157848" y="170421"/>
                  <a:pt x="147103" y="194424"/>
                </a:cubicBezTo>
                <a:cubicBezTo>
                  <a:pt x="136359" y="218427"/>
                  <a:pt x="130987" y="246202"/>
                  <a:pt x="130987" y="277749"/>
                </a:cubicBezTo>
                <a:cubicBezTo>
                  <a:pt x="130987" y="310667"/>
                  <a:pt x="136359" y="339471"/>
                  <a:pt x="147103" y="364160"/>
                </a:cubicBezTo>
                <a:cubicBezTo>
                  <a:pt x="157848" y="388849"/>
                  <a:pt x="172935" y="407937"/>
                  <a:pt x="192366" y="421424"/>
                </a:cubicBezTo>
                <a:cubicBezTo>
                  <a:pt x="211797" y="434911"/>
                  <a:pt x="233857" y="441655"/>
                  <a:pt x="258546" y="441655"/>
                </a:cubicBezTo>
                <a:cubicBezTo>
                  <a:pt x="301980" y="441655"/>
                  <a:pt x="335813" y="419024"/>
                  <a:pt x="360044" y="373761"/>
                </a:cubicBezTo>
                <a:lnTo>
                  <a:pt x="473201" y="423139"/>
                </a:lnTo>
                <a:cubicBezTo>
                  <a:pt x="452627" y="467487"/>
                  <a:pt x="423938" y="501548"/>
                  <a:pt x="387133" y="525323"/>
                </a:cubicBezTo>
                <a:cubicBezTo>
                  <a:pt x="350329" y="549097"/>
                  <a:pt x="307695" y="560984"/>
                  <a:pt x="259232" y="560984"/>
                </a:cubicBezTo>
                <a:cubicBezTo>
                  <a:pt x="208940" y="560984"/>
                  <a:pt x="164134" y="549211"/>
                  <a:pt x="124815" y="525666"/>
                </a:cubicBezTo>
                <a:cubicBezTo>
                  <a:pt x="85496" y="502120"/>
                  <a:pt x="54864" y="468859"/>
                  <a:pt x="32918" y="425882"/>
                </a:cubicBezTo>
                <a:cubicBezTo>
                  <a:pt x="10972" y="382905"/>
                  <a:pt x="0" y="333527"/>
                  <a:pt x="0" y="277749"/>
                </a:cubicBezTo>
                <a:cubicBezTo>
                  <a:pt x="0" y="222885"/>
                  <a:pt x="11087" y="174422"/>
                  <a:pt x="33261" y="132359"/>
                </a:cubicBezTo>
                <a:cubicBezTo>
                  <a:pt x="55435" y="90297"/>
                  <a:pt x="86753" y="57721"/>
                  <a:pt x="127215" y="34633"/>
                </a:cubicBezTo>
                <a:cubicBezTo>
                  <a:pt x="167677" y="11544"/>
                  <a:pt x="213969" y="0"/>
                  <a:pt x="266090" y="0"/>
                </a:cubicBezTo>
                <a:close/>
              </a:path>
            </a:pathLst>
          </a:custGeom>
          <a:noFill/>
          <a:ln w="19050">
            <a:gradFill>
              <a:gsLst>
                <a:gs pos="29000">
                  <a:schemeClr val="accent1">
                    <a:lumMod val="5000"/>
                    <a:lumOff val="95000"/>
                    <a:alpha val="0"/>
                  </a:schemeClr>
                </a:gs>
                <a:gs pos="100000">
                  <a:schemeClr val="accent1">
                    <a:alpha val="35000"/>
                  </a:schemeClr>
                </a:gs>
              </a:gsLst>
              <a:lin ang="16200000" scaled="1"/>
            </a:grad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indent="-228600" algn="ctr" fontAlgn="ctr">
              <a:spcBef>
                <a:spcPts val="1200"/>
              </a:spcBef>
            </a:pPr>
            <a:endParaRPr lang="zh-CN" altLang="en-US" sz="5400">
              <a:ln w="19050">
                <a:gradFill>
                  <a:gsLst>
                    <a:gs pos="29000">
                      <a:schemeClr val="accent1">
                        <a:lumMod val="5000"/>
                        <a:lumOff val="95000"/>
                        <a:alpha val="0"/>
                      </a:schemeClr>
                    </a:gs>
                    <a:gs pos="100000">
                      <a:schemeClr val="accent1">
                        <a:alpha val="35000"/>
                      </a:schemeClr>
                    </a:gs>
                  </a:gsLst>
                  <a:lin ang="16200000" scaled="1"/>
                </a:gradFill>
              </a:ln>
              <a:noFill/>
              <a:latin typeface="+mj-lt"/>
              <a:ea typeface="+mj-l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标题和两栏">
    <p:spTree>
      <p:nvGrpSpPr>
        <p:cNvPr id="1" name=""/>
        <p:cNvGrpSpPr/>
        <p:nvPr/>
      </p:nvGrpSpPr>
      <p:grpSpPr>
        <a:xfrm>
          <a:off x="0" y="0"/>
          <a:ext cx="0" cy="0"/>
          <a:chOff x="0" y="0"/>
          <a:chExt cx="0" cy="0"/>
        </a:xfrm>
      </p:grpSpPr>
      <p:sp>
        <p:nvSpPr>
          <p:cNvPr id="10" name="正文"/>
          <p:cNvSpPr txBox="1">
            <a:spLocks noGrp="1"/>
          </p:cNvSpPr>
          <p:nvPr>
            <p:ph idx="3"/>
            <p:custDataLst>
              <p:tags r:id="rId2"/>
            </p:custDataLst>
          </p:nvPr>
        </p:nvSpPr>
        <p:spPr>
          <a:xfrm>
            <a:off x="6400805" y="1490357"/>
            <a:ext cx="5176800" cy="4759236"/>
          </a:xfrm>
          <a:prstGeom prst="rect">
            <a:avLst/>
          </a:prstGeom>
          <a:ln>
            <a:noFill/>
            <a:prstDash val="sysDash"/>
          </a:ln>
        </p:spPr>
        <p:txBody>
          <a:bodyPr vert="horz" lIns="90000" tIns="46800" rIns="90000" bIns="46800" rtlCol="0">
            <a:normAutofit/>
          </a:bodyPr>
          <a:lstStyle>
            <a:lvl1pPr>
              <a:defRPr>
                <a:sym typeface="+mn-ea"/>
              </a:defRPr>
            </a:lvl1pPr>
            <a:lvl2pPr>
              <a:defRPr>
                <a:sym typeface="+mn-ea"/>
              </a:defRPr>
            </a:lvl2pPr>
            <a:lvl3pPr>
              <a:defRPr>
                <a:sym typeface="+mn-ea"/>
              </a:defRPr>
            </a:lvl3pPr>
            <a:lvl4pPr>
              <a:defRPr>
                <a:sym typeface="+mn-ea"/>
              </a:defRPr>
            </a:lvl4pPr>
            <a:lvl5pPr>
              <a:defRPr>
                <a:sym typeface="+mn-ea"/>
              </a:defRPr>
            </a:lvl5pPr>
          </a:lstStyle>
          <a:p>
            <a:pPr marR="0" lvl="0">
              <a:spcBef>
                <a:spcPts val="1200"/>
              </a:spcBef>
              <a:spcAft>
                <a:spcPts val="0"/>
              </a:spcAft>
              <a:buClr>
                <a:srgbClr val="39EA80"/>
              </a:buClr>
              <a:buSzTx/>
            </a:pPr>
            <a:r>
              <a:rPr>
                <a:sym typeface="+mn-ea"/>
              </a:rPr>
              <a:t>单击此处编辑母版文本样式</a:t>
            </a:r>
            <a:endParaRPr>
              <a:sym typeface="+mn-ea"/>
            </a:endParaRPr>
          </a:p>
          <a:p>
            <a:pPr marR="0" lvl="1">
              <a:buClr>
                <a:srgbClr val="39EA80"/>
              </a:buClr>
              <a:buSzTx/>
              <a:tabLst>
                <a:tab pos="1609725" algn="l"/>
              </a:tabLst>
            </a:pPr>
            <a:r>
              <a:rPr>
                <a:sym typeface="+mn-ea"/>
              </a:rPr>
              <a:t>第二级</a:t>
            </a:r>
            <a:endParaRPr>
              <a:sym typeface="+mn-ea"/>
            </a:endParaRPr>
          </a:p>
          <a:p>
            <a:pPr marR="0" lvl="2">
              <a:buClr>
                <a:srgbClr val="39EA80"/>
              </a:buClr>
              <a:buSzTx/>
            </a:pPr>
            <a:r>
              <a:rPr>
                <a:sym typeface="+mn-ea"/>
              </a:rPr>
              <a:t>第三级</a:t>
            </a:r>
            <a:endParaRPr>
              <a:sym typeface="+mn-ea"/>
            </a:endParaRPr>
          </a:p>
          <a:p>
            <a:pPr marR="0" lvl="3">
              <a:buClr>
                <a:srgbClr val="39EA80"/>
              </a:buClr>
              <a:buSzTx/>
            </a:pPr>
            <a:r>
              <a:rPr>
                <a:sym typeface="+mn-ea"/>
              </a:rPr>
              <a:t>第四级</a:t>
            </a:r>
            <a:endParaRPr>
              <a:sym typeface="+mn-ea"/>
            </a:endParaRPr>
          </a:p>
          <a:p>
            <a:pPr marR="0" lvl="4">
              <a:buClr>
                <a:srgbClr val="39EA80"/>
              </a:buClr>
              <a:buSzTx/>
            </a:pPr>
            <a:r>
              <a:rPr>
                <a:sym typeface="+mn-ea"/>
              </a:rPr>
              <a:t>第五级</a:t>
            </a:r>
            <a:endParaRPr>
              <a:sym typeface="+mn-ea"/>
            </a:endParaRPr>
          </a:p>
        </p:txBody>
      </p:sp>
      <p:sp>
        <p:nvSpPr>
          <p:cNvPr id="9" name="正文"/>
          <p:cNvSpPr txBox="1">
            <a:spLocks noGrp="1"/>
          </p:cNvSpPr>
          <p:nvPr>
            <p:ph idx="2"/>
            <p:custDataLst>
              <p:tags r:id="rId3"/>
            </p:custDataLst>
          </p:nvPr>
        </p:nvSpPr>
        <p:spPr>
          <a:xfrm>
            <a:off x="608400" y="1490357"/>
            <a:ext cx="5176800" cy="4759236"/>
          </a:xfrm>
          <a:prstGeom prst="rect">
            <a:avLst/>
          </a:prstGeom>
          <a:ln>
            <a:noFill/>
            <a:prstDash val="sysDash"/>
          </a:ln>
        </p:spPr>
        <p:txBody>
          <a:bodyPr vert="horz" lIns="90000" tIns="46800" rIns="90000" bIns="46800" rtlCol="0">
            <a:normAutofit/>
          </a:bodyPr>
          <a:lstStyle>
            <a:lvl1pPr>
              <a:defRPr dirty="0">
                <a:sym typeface="+mn-ea"/>
              </a:defRPr>
            </a:lvl1pPr>
            <a:lvl2pPr>
              <a:defRPr dirty="0">
                <a:sym typeface="+mn-ea"/>
              </a:defRPr>
            </a:lvl2pPr>
            <a:lvl3pPr>
              <a:defRPr dirty="0">
                <a:sym typeface="+mn-ea"/>
              </a:defRPr>
            </a:lvl3pPr>
            <a:lvl4pPr>
              <a:defRPr dirty="0">
                <a:sym typeface="+mn-ea"/>
              </a:defRPr>
            </a:lvl4pPr>
            <a:lvl5pPr>
              <a:defRPr dirty="0">
                <a:sym typeface="+mn-ea"/>
              </a:defRPr>
            </a:lvl5pPr>
          </a:lstStyle>
          <a:p>
            <a:pPr marR="0" lvl="0">
              <a:spcBef>
                <a:spcPts val="1200"/>
              </a:spcBef>
              <a:spcAft>
                <a:spcPts val="0"/>
              </a:spcAft>
              <a:buClr>
                <a:srgbClr val="39EA80"/>
              </a:buClr>
              <a:buSzTx/>
            </a:pPr>
            <a:r>
              <a:rPr dirty="0">
                <a:sym typeface="+mn-ea"/>
              </a:rPr>
              <a:t>单击此处编辑母版文本样式</a:t>
            </a:r>
            <a:endParaRPr dirty="0">
              <a:sym typeface="+mn-ea"/>
            </a:endParaRPr>
          </a:p>
          <a:p>
            <a:pPr marR="0" lvl="1">
              <a:buClr>
                <a:srgbClr val="39EA80"/>
              </a:buClr>
              <a:buSzTx/>
              <a:tabLst>
                <a:tab pos="1609725" algn="l"/>
              </a:tabLst>
            </a:pPr>
            <a:r>
              <a:rPr dirty="0" err="1">
                <a:sym typeface="+mn-ea"/>
              </a:rPr>
              <a:t>第二级</a:t>
            </a:r>
            <a:endParaRPr dirty="0">
              <a:sym typeface="+mn-ea"/>
            </a:endParaRPr>
          </a:p>
          <a:p>
            <a:pPr marR="0" lvl="2">
              <a:buClr>
                <a:srgbClr val="39EA80"/>
              </a:buClr>
              <a:buSzTx/>
            </a:pPr>
            <a:r>
              <a:rPr dirty="0" err="1">
                <a:sym typeface="+mn-ea"/>
              </a:rPr>
              <a:t>第三级</a:t>
            </a:r>
            <a:endParaRPr dirty="0">
              <a:sym typeface="+mn-ea"/>
            </a:endParaRPr>
          </a:p>
          <a:p>
            <a:pPr marR="0" lvl="3">
              <a:buClr>
                <a:srgbClr val="39EA80"/>
              </a:buClr>
              <a:buSzTx/>
            </a:pPr>
            <a:r>
              <a:rPr dirty="0" err="1">
                <a:sym typeface="+mn-ea"/>
              </a:rPr>
              <a:t>第四级</a:t>
            </a:r>
            <a:endParaRPr dirty="0">
              <a:sym typeface="+mn-ea"/>
            </a:endParaRPr>
          </a:p>
          <a:p>
            <a:pPr marR="0" lvl="4">
              <a:buClr>
                <a:srgbClr val="39EA80"/>
              </a:buClr>
              <a:buSzTx/>
            </a:pPr>
            <a:r>
              <a:rPr dirty="0" err="1">
                <a:sym typeface="+mn-ea"/>
              </a:rPr>
              <a:t>第五级</a:t>
            </a:r>
            <a:endParaRPr dirty="0">
              <a:sym typeface="+mn-ea"/>
            </a:endParaRPr>
          </a:p>
        </p:txBody>
      </p:sp>
      <p:sp>
        <p:nvSpPr>
          <p:cNvPr id="8" name="标题"/>
          <p:cNvSpPr txBox="1">
            <a:spLocks noGrp="1"/>
          </p:cNvSpPr>
          <p:nvPr>
            <p:ph type="title" idx="1"/>
            <p:custDataLst>
              <p:tags r:id="rId4"/>
            </p:custDataLst>
          </p:nvPr>
        </p:nvSpPr>
        <p:spPr>
          <a:xfrm>
            <a:off x="608400" y="608400"/>
            <a:ext cx="10969200" cy="705600"/>
          </a:xfrm>
          <a:prstGeom prst="rect">
            <a:avLst/>
          </a:prstGeom>
          <a:noFill/>
          <a:ln>
            <a:noFill/>
            <a:prstDash val="sysDash"/>
          </a:ln>
        </p:spPr>
        <p:txBody>
          <a:bodyPr vert="horz" wrap="square" lIns="91440" tIns="45720" rIns="91440" bIns="45720" rtlCol="0" anchor="ctr">
            <a:normAutofit/>
          </a:bodyPr>
          <a:lstStyle>
            <a:lvl1pPr marL="0" marR="0" lvl="0" algn="l" defTabSz="914400" rtl="0" eaLnBrk="1" fontAlgn="auto" latinLnBrk="0" hangingPunct="1">
              <a:lnSpc>
                <a:spcPct val="100000"/>
              </a:lnSpc>
              <a:buClrTx/>
              <a:buSzTx/>
              <a:buFontTx/>
              <a:buNone/>
              <a:defRPr kumimoji="0" lang="zh-CN" altLang="en-US" sz="3600" b="0" i="0" u="none" strike="noStrike" kern="1200" cap="none" spc="300" normalizeH="0" baseline="0" noProof="1" dirty="0" smtClean="0">
                <a:ln>
                  <a:noFill/>
                  <a:prstDash val="sysDot"/>
                </a:ln>
                <a:solidFill>
                  <a:srgbClr val="FFFFFF"/>
                </a:solidFill>
                <a:uFillTx/>
                <a:latin typeface="+mj-lt"/>
                <a:ea typeface="+mj-lt"/>
                <a:cs typeface="+mj-lt"/>
                <a:sym typeface="+mn-ea"/>
              </a:defRPr>
            </a:lvl1pPr>
          </a:lstStyle>
          <a:p>
            <a:pPr lvl="0"/>
            <a:r>
              <a:rPr>
                <a:sym typeface="+mn-ea"/>
              </a:rPr>
              <a:t>单击此处编辑母版标题样式</a:t>
            </a:r>
            <a:endParaRPr>
              <a:sym typeface="+mn-ea"/>
            </a:endParaRPr>
          </a:p>
        </p:txBody>
      </p:sp>
      <p:sp>
        <p:nvSpPr>
          <p:cNvPr id="5" name="日期占位符 4"/>
          <p:cNvSpPr>
            <a:spLocks noGrp="1"/>
          </p:cNvSpPr>
          <p:nvPr>
            <p:ph type="dt" sz="half" idx="10"/>
            <p:custDataLst>
              <p:tags r:id="rId5"/>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4116000" y="6314400"/>
            <a:ext cx="3960000" cy="316800"/>
          </a:xfrm>
        </p:spPr>
        <p:txBody>
          <a:bodyPr/>
          <a:lstStyle/>
          <a:p>
            <a:endParaRPr lang="zh-CN" altLang="en-US" dirty="0"/>
          </a:p>
        </p:txBody>
      </p:sp>
      <p:sp>
        <p:nvSpPr>
          <p:cNvPr id="7" name="灯片编号占位符 6"/>
          <p:cNvSpPr>
            <a:spLocks noGrp="1"/>
          </p:cNvSpPr>
          <p:nvPr>
            <p:ph type="sldNum" sz="quarter" idx="12"/>
            <p:custDataLst>
              <p:tags r:id="rId7"/>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标题和比较">
    <p:spTree>
      <p:nvGrpSpPr>
        <p:cNvPr id="1" name=""/>
        <p:cNvGrpSpPr/>
        <p:nvPr/>
      </p:nvGrpSpPr>
      <p:grpSpPr>
        <a:xfrm>
          <a:off x="0" y="0"/>
          <a:ext cx="0" cy="0"/>
          <a:chOff x="0" y="0"/>
          <a:chExt cx="0" cy="0"/>
        </a:xfrm>
      </p:grpSpPr>
      <p:sp>
        <p:nvSpPr>
          <p:cNvPr id="15" name="正文"/>
          <p:cNvSpPr txBox="1">
            <a:spLocks noGrp="1"/>
          </p:cNvSpPr>
          <p:nvPr>
            <p:ph idx="6"/>
            <p:custDataLst>
              <p:tags r:id="rId2"/>
            </p:custDataLst>
          </p:nvPr>
        </p:nvSpPr>
        <p:spPr>
          <a:xfrm>
            <a:off x="6235200" y="1854000"/>
            <a:ext cx="5342400" cy="4395600"/>
          </a:xfrm>
          <a:prstGeom prst="rect">
            <a:avLst/>
          </a:prstGeom>
          <a:ln>
            <a:noFill/>
            <a:prstDash val="sysDash"/>
          </a:ln>
        </p:spPr>
        <p:txBody>
          <a:bodyPr vert="horz" lIns="90000" tIns="46800" rIns="90000" bIns="46800" rtlCol="0">
            <a:normAutofit/>
          </a:bodyPr>
          <a:lstStyle>
            <a:lvl1pPr>
              <a:defRPr>
                <a:sym typeface="+mn-ea"/>
              </a:defRPr>
            </a:lvl1pPr>
            <a:lvl2pPr>
              <a:defRPr>
                <a:sym typeface="+mn-ea"/>
              </a:defRPr>
            </a:lvl2pPr>
            <a:lvl3pPr>
              <a:defRPr>
                <a:sym typeface="+mn-ea"/>
              </a:defRPr>
            </a:lvl3pPr>
            <a:lvl4pPr>
              <a:defRPr>
                <a:sym typeface="+mn-ea"/>
              </a:defRPr>
            </a:lvl4pPr>
            <a:lvl5pPr>
              <a:defRPr>
                <a:sym typeface="+mn-ea"/>
              </a:defRPr>
            </a:lvl5pPr>
          </a:lstStyle>
          <a:p>
            <a:pPr marR="0" lvl="0">
              <a:spcBef>
                <a:spcPts val="1200"/>
              </a:spcBef>
              <a:spcAft>
                <a:spcPts val="0"/>
              </a:spcAft>
              <a:buClr>
                <a:srgbClr val="39EA80"/>
              </a:buClr>
              <a:buSzTx/>
            </a:pPr>
            <a:r>
              <a:rPr>
                <a:sym typeface="+mn-ea"/>
              </a:rPr>
              <a:t>单击此处编辑母版文本样式</a:t>
            </a:r>
            <a:endParaRPr>
              <a:sym typeface="+mn-ea"/>
            </a:endParaRPr>
          </a:p>
          <a:p>
            <a:pPr marR="0" lvl="1">
              <a:buClr>
                <a:srgbClr val="39EA80"/>
              </a:buClr>
              <a:buSzTx/>
              <a:tabLst>
                <a:tab pos="1609725" algn="l"/>
              </a:tabLst>
            </a:pPr>
            <a:r>
              <a:rPr>
                <a:sym typeface="+mn-ea"/>
              </a:rPr>
              <a:t>第二级</a:t>
            </a:r>
            <a:endParaRPr>
              <a:sym typeface="+mn-ea"/>
            </a:endParaRPr>
          </a:p>
          <a:p>
            <a:pPr marR="0" lvl="2">
              <a:buClr>
                <a:srgbClr val="39EA80"/>
              </a:buClr>
              <a:buSzTx/>
            </a:pPr>
            <a:r>
              <a:rPr>
                <a:sym typeface="+mn-ea"/>
              </a:rPr>
              <a:t>第三级</a:t>
            </a:r>
            <a:endParaRPr>
              <a:sym typeface="+mn-ea"/>
            </a:endParaRPr>
          </a:p>
          <a:p>
            <a:pPr marR="0" lvl="3">
              <a:buClr>
                <a:srgbClr val="39EA80"/>
              </a:buClr>
              <a:buSzTx/>
            </a:pPr>
            <a:r>
              <a:rPr>
                <a:sym typeface="+mn-ea"/>
              </a:rPr>
              <a:t>第四级</a:t>
            </a:r>
            <a:endParaRPr>
              <a:sym typeface="+mn-ea"/>
            </a:endParaRPr>
          </a:p>
          <a:p>
            <a:pPr marR="0" lvl="4">
              <a:buClr>
                <a:srgbClr val="39EA80"/>
              </a:buClr>
              <a:buSzTx/>
            </a:pPr>
            <a:r>
              <a:rPr>
                <a:sym typeface="+mn-ea"/>
              </a:rPr>
              <a:t>第五级</a:t>
            </a:r>
            <a:endParaRPr>
              <a:sym typeface="+mn-ea"/>
            </a:endParaRPr>
          </a:p>
        </p:txBody>
      </p:sp>
      <p:sp>
        <p:nvSpPr>
          <p:cNvPr id="14" name="标题"/>
          <p:cNvSpPr txBox="1">
            <a:spLocks noGrp="1"/>
          </p:cNvSpPr>
          <p:nvPr>
            <p:ph type="title" idx="5"/>
            <p:custDataLst>
              <p:tags r:id="rId3"/>
            </p:custDataLst>
          </p:nvPr>
        </p:nvSpPr>
        <p:spPr>
          <a:xfrm>
            <a:off x="6235200" y="1429200"/>
            <a:ext cx="5342400" cy="39878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0" i="0" u="none" strike="noStrike" kern="1200" cap="none" spc="0" normalizeH="0" baseline="0" noProof="1" dirty="0">
                <a:solidFill>
                  <a:schemeClr val="tx1"/>
                </a:solidFill>
                <a:latin typeface="+mj-lt"/>
                <a:ea typeface="+mj-lt"/>
                <a:cs typeface="MiSans Normal" panose="00000500000000000000" charset="-122"/>
              </a:defRPr>
            </a:lvl1pPr>
          </a:lstStyle>
          <a:p>
            <a:pPr lvl="0"/>
            <a:r>
              <a:rPr>
                <a:sym typeface="+mn-ea"/>
              </a:rPr>
              <a:t>单击此处编辑母版标题样式</a:t>
            </a:r>
            <a:endParaRPr>
              <a:sym typeface="+mn-ea"/>
            </a:endParaRPr>
          </a:p>
        </p:txBody>
      </p:sp>
      <p:sp>
        <p:nvSpPr>
          <p:cNvPr id="13" name="正文"/>
          <p:cNvSpPr txBox="1">
            <a:spLocks noGrp="1"/>
          </p:cNvSpPr>
          <p:nvPr>
            <p:ph idx="4"/>
            <p:custDataLst>
              <p:tags r:id="rId4"/>
            </p:custDataLst>
          </p:nvPr>
        </p:nvSpPr>
        <p:spPr>
          <a:xfrm>
            <a:off x="608400" y="1854000"/>
            <a:ext cx="5342400" cy="4395600"/>
          </a:xfrm>
          <a:prstGeom prst="rect">
            <a:avLst/>
          </a:prstGeom>
          <a:ln>
            <a:noFill/>
            <a:prstDash val="sysDash"/>
          </a:ln>
        </p:spPr>
        <p:txBody>
          <a:bodyPr vert="horz" lIns="90000" tIns="46800" rIns="90000" bIns="46800" rtlCol="0">
            <a:normAutofit/>
          </a:bodyPr>
          <a:lstStyle>
            <a:lvl1pPr>
              <a:defRPr dirty="0">
                <a:sym typeface="+mn-ea"/>
              </a:defRPr>
            </a:lvl1pPr>
            <a:lvl2pPr>
              <a:defRPr dirty="0">
                <a:sym typeface="+mn-ea"/>
              </a:defRPr>
            </a:lvl2pPr>
            <a:lvl3pPr>
              <a:defRPr dirty="0">
                <a:sym typeface="+mn-ea"/>
              </a:defRPr>
            </a:lvl3pPr>
            <a:lvl4pPr>
              <a:defRPr dirty="0">
                <a:sym typeface="+mn-ea"/>
              </a:defRPr>
            </a:lvl4pPr>
            <a:lvl5pPr>
              <a:defRPr dirty="0">
                <a:sym typeface="+mn-ea"/>
              </a:defRPr>
            </a:lvl5pPr>
          </a:lstStyle>
          <a:p>
            <a:pPr marR="0" lvl="0">
              <a:spcBef>
                <a:spcPts val="1200"/>
              </a:spcBef>
              <a:spcAft>
                <a:spcPts val="0"/>
              </a:spcAft>
              <a:buClr>
                <a:srgbClr val="39EA80"/>
              </a:buClr>
              <a:buSzTx/>
            </a:pPr>
            <a:r>
              <a:rPr dirty="0">
                <a:sym typeface="+mn-ea"/>
              </a:rPr>
              <a:t>单击此处编辑母版文本样式</a:t>
            </a:r>
            <a:endParaRPr dirty="0">
              <a:sym typeface="+mn-ea"/>
            </a:endParaRPr>
          </a:p>
          <a:p>
            <a:pPr marR="0" lvl="1">
              <a:buClr>
                <a:srgbClr val="39EA80"/>
              </a:buClr>
              <a:buSzTx/>
              <a:tabLst>
                <a:tab pos="1609725" algn="l"/>
              </a:tabLst>
            </a:pPr>
            <a:r>
              <a:rPr dirty="0" err="1">
                <a:sym typeface="+mn-ea"/>
              </a:rPr>
              <a:t>第二级</a:t>
            </a:r>
            <a:endParaRPr dirty="0">
              <a:sym typeface="+mn-ea"/>
            </a:endParaRPr>
          </a:p>
          <a:p>
            <a:pPr marR="0" lvl="2">
              <a:buClr>
                <a:srgbClr val="39EA80"/>
              </a:buClr>
              <a:buSzTx/>
            </a:pPr>
            <a:r>
              <a:rPr dirty="0" err="1">
                <a:sym typeface="+mn-ea"/>
              </a:rPr>
              <a:t>第三级</a:t>
            </a:r>
            <a:endParaRPr dirty="0">
              <a:sym typeface="+mn-ea"/>
            </a:endParaRPr>
          </a:p>
          <a:p>
            <a:pPr marR="0" lvl="3">
              <a:buClr>
                <a:srgbClr val="39EA80"/>
              </a:buClr>
              <a:buSzTx/>
            </a:pPr>
            <a:r>
              <a:rPr dirty="0" err="1">
                <a:sym typeface="+mn-ea"/>
              </a:rPr>
              <a:t>第四级</a:t>
            </a:r>
            <a:endParaRPr dirty="0">
              <a:sym typeface="+mn-ea"/>
            </a:endParaRPr>
          </a:p>
          <a:p>
            <a:pPr marR="0" lvl="4">
              <a:buClr>
                <a:srgbClr val="39EA80"/>
              </a:buClr>
              <a:buSzTx/>
            </a:pPr>
            <a:r>
              <a:rPr dirty="0" err="1">
                <a:sym typeface="+mn-ea"/>
              </a:rPr>
              <a:t>第五级</a:t>
            </a:r>
            <a:endParaRPr dirty="0">
              <a:sym typeface="+mn-ea"/>
            </a:endParaRPr>
          </a:p>
        </p:txBody>
      </p:sp>
      <p:sp>
        <p:nvSpPr>
          <p:cNvPr id="12" name="标题"/>
          <p:cNvSpPr txBox="1">
            <a:spLocks noGrp="1"/>
          </p:cNvSpPr>
          <p:nvPr>
            <p:ph type="title" idx="3"/>
            <p:custDataLst>
              <p:tags r:id="rId5"/>
            </p:custDataLst>
          </p:nvPr>
        </p:nvSpPr>
        <p:spPr>
          <a:xfrm>
            <a:off x="608400" y="1429200"/>
            <a:ext cx="5342400" cy="39878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0" i="0" u="none" strike="noStrike" kern="1200" cap="none" spc="0" normalizeH="0" baseline="0" noProof="1" dirty="0">
                <a:solidFill>
                  <a:schemeClr val="tx1"/>
                </a:solidFill>
                <a:latin typeface="+mj-lt"/>
                <a:ea typeface="+mj-lt"/>
                <a:cs typeface="MiSans Normal" panose="00000500000000000000" charset="-122"/>
              </a:defRPr>
            </a:lvl1pPr>
          </a:lstStyle>
          <a:p>
            <a:pPr lvl="0"/>
            <a:r>
              <a:rPr>
                <a:sym typeface="+mn-ea"/>
              </a:rPr>
              <a:t>单击此处编辑母版标题样式</a:t>
            </a:r>
            <a:endParaRPr>
              <a:sym typeface="+mn-ea"/>
            </a:endParaRPr>
          </a:p>
        </p:txBody>
      </p:sp>
      <p:sp>
        <p:nvSpPr>
          <p:cNvPr id="10" name="标题"/>
          <p:cNvSpPr txBox="1">
            <a:spLocks noGrp="1"/>
          </p:cNvSpPr>
          <p:nvPr>
            <p:ph type="title" idx="1"/>
            <p:custDataLst>
              <p:tags r:id="rId6"/>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solidFill>
                  <a:srgbClr val="FFFFFF"/>
                </a:solidFill>
                <a:latin typeface="+mj-lt"/>
                <a:ea typeface="+mj-lt"/>
                <a:cs typeface="+mj-lt"/>
              </a:defRPr>
            </a:lvl1pPr>
          </a:lstStyle>
          <a:p>
            <a:pPr lvl="0"/>
            <a:r>
              <a:rPr dirty="0">
                <a:sym typeface="+mn-ea"/>
              </a:rPr>
              <a:t>单击此处编辑母版标题样式</a:t>
            </a:r>
            <a:endParaRPr dirty="0">
              <a:sym typeface="+mn-ea"/>
            </a:endParaRPr>
          </a:p>
        </p:txBody>
      </p:sp>
      <p:sp>
        <p:nvSpPr>
          <p:cNvPr id="7" name="日期占位符 6"/>
          <p:cNvSpPr>
            <a:spLocks noGrp="1"/>
          </p:cNvSpPr>
          <p:nvPr>
            <p:ph type="dt" sz="half" idx="10"/>
            <p:custDataLst>
              <p:tags r:id="rId7"/>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4116000" y="6314400"/>
            <a:ext cx="3960000" cy="316800"/>
          </a:xfrm>
        </p:spPr>
        <p:txBody>
          <a:bodyPr/>
          <a:lstStyle/>
          <a:p>
            <a:endParaRPr lang="zh-CN" altLang="en-US" dirty="0"/>
          </a:p>
        </p:txBody>
      </p:sp>
      <p:sp>
        <p:nvSpPr>
          <p:cNvPr id="9" name="灯片编号占位符 8"/>
          <p:cNvSpPr>
            <a:spLocks noGrp="1"/>
          </p:cNvSpPr>
          <p:nvPr>
            <p:ph type="sldNum" sz="quarter" idx="12"/>
            <p:custDataLst>
              <p:tags r:id="rId9"/>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标题"/>
          <p:cNvSpPr txBox="1">
            <a:spLocks noGrp="1"/>
          </p:cNvSpPr>
          <p:nvPr>
            <p:ph type="title" idx="1"/>
            <p:custDataLst>
              <p:tags r:id="rId2"/>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solidFill>
                  <a:srgbClr val="FFFFFF"/>
                </a:solidFill>
                <a:latin typeface="+mj-lt"/>
                <a:ea typeface="+mj-lt"/>
                <a:cs typeface="+mj-lt"/>
              </a:defRPr>
            </a:lvl1pPr>
          </a:lstStyle>
          <a:p>
            <a:pPr lvl="0"/>
            <a:r>
              <a:rPr dirty="0">
                <a:sym typeface="+mn-ea"/>
              </a:rPr>
              <a:t>单击此处编辑母版标题样式</a:t>
            </a:r>
            <a:endParaRPr dirty="0">
              <a:sym typeface="+mn-ea"/>
            </a:endParaRPr>
          </a:p>
        </p:txBody>
      </p:sp>
      <p:sp>
        <p:nvSpPr>
          <p:cNvPr id="3" name="日期占位符 2"/>
          <p:cNvSpPr>
            <a:spLocks noGrp="1"/>
          </p:cNvSpPr>
          <p:nvPr>
            <p:ph type="dt" sz="half" idx="10"/>
            <p:custDataLst>
              <p:tags r:id="rId3"/>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dirty="0"/>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仅内容">
    <p:spTree>
      <p:nvGrpSpPr>
        <p:cNvPr id="1" name=""/>
        <p:cNvGrpSpPr/>
        <p:nvPr/>
      </p:nvGrpSpPr>
      <p:grpSpPr>
        <a:xfrm>
          <a:off x="0" y="0"/>
          <a:ext cx="0" cy="0"/>
          <a:chOff x="0" y="0"/>
          <a:chExt cx="0" cy="0"/>
        </a:xfrm>
      </p:grpSpPr>
      <p:sp>
        <p:nvSpPr>
          <p:cNvPr id="7" name="正文"/>
          <p:cNvSpPr txBox="1">
            <a:spLocks noGrp="1"/>
          </p:cNvSpPr>
          <p:nvPr>
            <p:ph idx="1"/>
            <p:custDataLst>
              <p:tags r:id="rId2"/>
            </p:custDataLst>
          </p:nvPr>
        </p:nvSpPr>
        <p:spPr>
          <a:xfrm>
            <a:off x="608330" y="608330"/>
            <a:ext cx="10968990" cy="5648325"/>
          </a:xfrm>
          <a:prstGeom prst="rect">
            <a:avLst/>
          </a:prstGeom>
          <a:ln>
            <a:noFill/>
            <a:prstDash val="sysDash"/>
          </a:ln>
        </p:spPr>
        <p:txBody>
          <a:bodyPr vert="horz" lIns="90000" tIns="46800" rIns="90000" bIns="46800" rtlCol="0">
            <a:normAutofit/>
          </a:bodyPr>
          <a:lstStyle>
            <a:lvl1pPr>
              <a:defRPr>
                <a:sym typeface="+mn-ea"/>
              </a:defRPr>
            </a:lvl1pPr>
            <a:lvl2pPr>
              <a:defRPr>
                <a:sym typeface="+mn-ea"/>
              </a:defRPr>
            </a:lvl2pPr>
            <a:lvl3pPr>
              <a:defRPr>
                <a:sym typeface="+mn-ea"/>
              </a:defRPr>
            </a:lvl3pPr>
            <a:lvl4pPr>
              <a:defRPr>
                <a:sym typeface="+mn-ea"/>
              </a:defRPr>
            </a:lvl4pPr>
            <a:lvl5pPr>
              <a:defRPr>
                <a:sym typeface="+mn-ea"/>
              </a:defRPr>
            </a:lvl5pPr>
          </a:lstStyle>
          <a:p>
            <a:pPr marR="0" lvl="0">
              <a:spcBef>
                <a:spcPts val="1200"/>
              </a:spcBef>
              <a:spcAft>
                <a:spcPts val="0"/>
              </a:spcAft>
              <a:buClr>
                <a:srgbClr val="39EA80"/>
              </a:buClr>
              <a:buSzTx/>
            </a:pPr>
            <a:r>
              <a:rPr>
                <a:sym typeface="+mn-ea"/>
              </a:rPr>
              <a:t>单击此处编辑母版文本样式</a:t>
            </a:r>
            <a:endParaRPr>
              <a:sym typeface="+mn-ea"/>
            </a:endParaRPr>
          </a:p>
          <a:p>
            <a:pPr marR="0" lvl="1">
              <a:buClr>
                <a:srgbClr val="39EA80"/>
              </a:buClr>
              <a:buSzTx/>
              <a:tabLst>
                <a:tab pos="1609725" algn="l"/>
              </a:tabLst>
            </a:pPr>
            <a:r>
              <a:rPr>
                <a:sym typeface="+mn-ea"/>
              </a:rPr>
              <a:t>第二级</a:t>
            </a:r>
            <a:endParaRPr>
              <a:sym typeface="+mn-ea"/>
            </a:endParaRPr>
          </a:p>
          <a:p>
            <a:pPr marR="0" lvl="2">
              <a:buClr>
                <a:srgbClr val="39EA80"/>
              </a:buClr>
              <a:buSzTx/>
            </a:pPr>
            <a:r>
              <a:rPr>
                <a:sym typeface="+mn-ea"/>
              </a:rPr>
              <a:t>第三级</a:t>
            </a:r>
            <a:endParaRPr>
              <a:sym typeface="+mn-ea"/>
            </a:endParaRPr>
          </a:p>
          <a:p>
            <a:pPr marR="0" lvl="3">
              <a:buClr>
                <a:srgbClr val="39EA80"/>
              </a:buClr>
              <a:buSzTx/>
            </a:pPr>
            <a:r>
              <a:rPr>
                <a:sym typeface="+mn-ea"/>
              </a:rPr>
              <a:t>第四级</a:t>
            </a:r>
            <a:endParaRPr>
              <a:sym typeface="+mn-ea"/>
            </a:endParaRPr>
          </a:p>
          <a:p>
            <a:pPr marR="0" lvl="4">
              <a:buClr>
                <a:srgbClr val="39EA80"/>
              </a:buClr>
              <a:buSzTx/>
            </a:pPr>
            <a:r>
              <a:rPr>
                <a:sym typeface="+mn-ea"/>
              </a:rPr>
              <a:t>第五级</a:t>
            </a:r>
            <a:endParaRPr>
              <a:sym typeface="+mn-ea"/>
            </a:endParaRPr>
          </a:p>
        </p:txBody>
      </p:sp>
      <p:sp>
        <p:nvSpPr>
          <p:cNvPr id="4" name="日期占位符 3"/>
          <p:cNvSpPr>
            <a:spLocks noGrp="1"/>
          </p:cNvSpPr>
          <p:nvPr>
            <p:ph type="dt" sz="half" idx="10"/>
            <p:custDataLst>
              <p:tags r:id="rId3"/>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标题和副标题">
    <p:spTree>
      <p:nvGrpSpPr>
        <p:cNvPr id="1" name=""/>
        <p:cNvGrpSpPr/>
        <p:nvPr/>
      </p:nvGrpSpPr>
      <p:grpSpPr>
        <a:xfrm>
          <a:off x="0" y="0"/>
          <a:ext cx="0" cy="0"/>
          <a:chOff x="0" y="0"/>
          <a:chExt cx="0" cy="0"/>
        </a:xfrm>
      </p:grpSpPr>
      <p:sp>
        <p:nvSpPr>
          <p:cNvPr id="7" name="副标题"/>
          <p:cNvSpPr txBox="1">
            <a:spLocks noGrp="1"/>
          </p:cNvSpPr>
          <p:nvPr>
            <p:ph type="body" idx="2" hasCustomPrompt="1"/>
            <p:custDataLst>
              <p:tags r:id="rId2"/>
            </p:custDataLst>
          </p:nvPr>
        </p:nvSpPr>
        <p:spPr>
          <a:xfrm>
            <a:off x="608400" y="1324800"/>
            <a:ext cx="10969200" cy="39878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0" i="0" u="none" strike="noStrike" kern="1200" cap="none" spc="300" normalizeH="0" baseline="0" noProof="1" dirty="0">
                <a:solidFill>
                  <a:srgbClr val="FFFFFF"/>
                </a:solidFill>
                <a:latin typeface="+mj-lt"/>
                <a:ea typeface="+mj-lt"/>
                <a:cs typeface="MiSans Normal" panose="00000500000000000000" charset="-122"/>
              </a:defRPr>
            </a:lvl1pPr>
          </a:lstStyle>
          <a:p>
            <a:pPr lvl="0" algn="l"/>
            <a:r>
              <a:rPr>
                <a:sym typeface="+mn-ea"/>
              </a:rPr>
              <a:t>单击此处编辑母版副标题样式</a:t>
            </a:r>
            <a:endParaRPr>
              <a:sym typeface="+mn-ea"/>
            </a:endParaRPr>
          </a:p>
        </p:txBody>
      </p:sp>
      <p:sp>
        <p:nvSpPr>
          <p:cNvPr id="6" name="标题"/>
          <p:cNvSpPr txBox="1">
            <a:spLocks noGrp="1"/>
          </p:cNvSpPr>
          <p:nvPr>
            <p:ph type="title" idx="1"/>
            <p:custDataLst>
              <p:tags r:id="rId3"/>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solidFill>
                  <a:srgbClr val="FFFFFF"/>
                </a:solidFill>
                <a:latin typeface="+mj-lt"/>
                <a:ea typeface="+mj-lt"/>
                <a:cs typeface="+mj-lt"/>
              </a:defRPr>
            </a:lvl1pPr>
          </a:lstStyle>
          <a:p>
            <a:pPr lvl="0"/>
            <a:r>
              <a:rPr dirty="0">
                <a:sym typeface="+mn-ea"/>
              </a:rPr>
              <a:t>单击此处编辑母版标题样式</a:t>
            </a:r>
            <a:endParaRPr dirty="0">
              <a:sym typeface="+mn-ea"/>
            </a:endParaRPr>
          </a:p>
        </p:txBody>
      </p:sp>
      <p:sp>
        <p:nvSpPr>
          <p:cNvPr id="3" name="日期占位符 2"/>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showMasterSp="0" userDrawn="1">
  <p:cSld name="封面页_1_5">
    <p:spTree>
      <p:nvGrpSpPr>
        <p:cNvPr id="1" name=""/>
        <p:cNvGrpSpPr/>
        <p:nvPr/>
      </p:nvGrpSpPr>
      <p:grpSpPr>
        <a:xfrm>
          <a:off x="0" y="0"/>
          <a:ext cx="0" cy="0"/>
          <a:chOff x="0" y="0"/>
          <a:chExt cx="0" cy="0"/>
        </a:xfrm>
      </p:grpSpPr>
      <p:pic>
        <p:nvPicPr>
          <p:cNvPr id="10" name="图片 9" descr="VCG211263695325"/>
          <p:cNvPicPr>
            <a:picLocks noChangeAspect="1"/>
          </p:cNvPicPr>
          <p:nvPr userDrawn="1">
            <p:custDataLst>
              <p:tags r:id="rId2"/>
            </p:custDataLst>
          </p:nvPr>
        </p:nvPicPr>
        <p:blipFill>
          <a:blip r:embed="rId3">
            <a:duotone>
              <a:prstClr val="black"/>
              <a:schemeClr val="accent1">
                <a:tint val="45000"/>
                <a:satMod val="400000"/>
              </a:schemeClr>
            </a:duotone>
            <a:lum bright="6000" contrast="30000"/>
          </a:blip>
          <a:stretch>
            <a:fillRect/>
          </a:stretch>
        </p:blipFill>
        <p:spPr>
          <a:xfrm>
            <a:off x="0" y="0"/>
            <a:ext cx="12192000" cy="6856095"/>
          </a:xfrm>
          <a:prstGeom prst="rect">
            <a:avLst/>
          </a:prstGeom>
        </p:spPr>
      </p:pic>
      <p:sp>
        <p:nvSpPr>
          <p:cNvPr id="6" name="日期占位符 3"/>
          <p:cNvSpPr>
            <a:spLocks noGrp="1"/>
          </p:cNvSpPr>
          <p:nvPr>
            <p:ph type="dt" sz="half" idx="16385"/>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1" name="页脚占位符 4"/>
          <p:cNvSpPr>
            <a:spLocks noGrp="1"/>
          </p:cNvSpPr>
          <p:nvPr>
            <p:ph type="ftr" sz="quarter" idx="16386"/>
            <p:custDataLst>
              <p:tags r:id="rId5"/>
            </p:custDataLst>
          </p:nvPr>
        </p:nvSpPr>
        <p:spPr>
          <a:xfrm>
            <a:off x="4116000" y="6314400"/>
            <a:ext cx="3960000" cy="316800"/>
          </a:xfrm>
        </p:spPr>
        <p:txBody>
          <a:bodyPr/>
          <a:lstStyle/>
          <a:p>
            <a:endParaRPr lang="zh-CN" altLang="en-US" dirty="0"/>
          </a:p>
        </p:txBody>
      </p:sp>
      <p:sp>
        <p:nvSpPr>
          <p:cNvPr id="14" name="Text Placeholder 13"/>
          <p:cNvSpPr>
            <a:spLocks noGrp="1"/>
          </p:cNvSpPr>
          <p:nvPr>
            <p:ph type="body" idx="16389" hasCustomPrompt="1"/>
            <p:custDataLst>
              <p:tags r:id="rId6"/>
            </p:custDataLst>
          </p:nvPr>
        </p:nvSpPr>
        <p:spPr>
          <a:xfrm>
            <a:off x="5078942" y="1651000"/>
            <a:ext cx="6097058" cy="457200"/>
          </a:xfrm>
          <a:noFill/>
        </p:spPr>
        <p:txBody>
          <a:bodyPr vert="horz" lIns="0" tIns="0" rIns="0" bIns="0" anchor="t">
            <a:normAutofit/>
          </a:bodyPr>
          <a:lstStyle>
            <a:lvl1pPr marL="0" indent="0" algn="r">
              <a:lnSpc>
                <a:spcPct val="125000"/>
              </a:lnSpc>
              <a:spcBef>
                <a:spcPct val="0"/>
              </a:spcBef>
              <a:spcAft>
                <a:spcPct val="0"/>
              </a:spcAft>
              <a:buNone/>
              <a:defRPr sz="2400" b="0" spc="0">
                <a:gradFill>
                  <a:gsLst>
                    <a:gs pos="0">
                      <a:schemeClr val="accent1">
                        <a:lumMod val="5000"/>
                        <a:lumOff val="95000"/>
                      </a:schemeClr>
                    </a:gs>
                    <a:gs pos="100000">
                      <a:schemeClr val="accent1"/>
                    </a:gs>
                  </a:gsLst>
                  <a:lin ang="15600000" scaled="0"/>
                </a:gradFill>
              </a:defRPr>
            </a:lvl1pPr>
          </a:lstStyle>
          <a:p>
            <a:pPr lvl="0"/>
            <a:r>
              <a:rPr lang="zh-CN" altLang="en-US"/>
              <a:t>20XX YEAR</a:t>
            </a:r>
            <a:endParaRPr lang="zh-CN" altLang="en-US"/>
          </a:p>
        </p:txBody>
      </p:sp>
      <p:sp>
        <p:nvSpPr>
          <p:cNvPr id="12" name="灯片编号占位符 5"/>
          <p:cNvSpPr>
            <a:spLocks noGrp="1"/>
          </p:cNvSpPr>
          <p:nvPr>
            <p:ph type="sldNum" sz="quarter" idx="16387"/>
            <p:custDataLst>
              <p:tags r:id="rId7"/>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
        <p:nvSpPr>
          <p:cNvPr id="7" name="标题"/>
          <p:cNvSpPr txBox="1">
            <a:spLocks noGrp="1"/>
          </p:cNvSpPr>
          <p:nvPr>
            <p:ph type="title" idx="16388" hasCustomPrompt="1"/>
            <p:custDataLst>
              <p:tags r:id="rId8"/>
            </p:custDataLst>
          </p:nvPr>
        </p:nvSpPr>
        <p:spPr>
          <a:xfrm>
            <a:off x="4823354" y="2159000"/>
            <a:ext cx="6352646" cy="2540000"/>
          </a:xfrm>
          <a:prstGeom prst="rect">
            <a:avLst/>
          </a:prstGeom>
          <a:noFill/>
        </p:spPr>
        <p:txBody>
          <a:bodyPr vert="horz" wrap="square" lIns="0" tIns="0" rIns="0" bIns="0" rtlCol="0" anchor="t" anchorCtr="0">
            <a:normAutofit/>
          </a:bodyPr>
          <a:lstStyle>
            <a:lvl1pPr marL="0" marR="0" lvl="0" indent="0" algn="r" defTabSz="914400" rtl="0" eaLnBrk="1" fontAlgn="ctr" latinLnBrk="0" hangingPunct="1">
              <a:lnSpc>
                <a:spcPct val="100000"/>
              </a:lnSpc>
              <a:spcBef>
                <a:spcPct val="0"/>
              </a:spcBef>
              <a:spcAft>
                <a:spcPct val="0"/>
              </a:spcAft>
              <a:buClrTx/>
              <a:buSzTx/>
              <a:buFontTx/>
              <a:buNone/>
              <a:defRPr kumimoji="0" lang="zh-CN" altLang="en-US" sz="6000" b="0" i="0" u="none" strike="noStrike" kern="1200" cap="none" spc="0" normalizeH="0" baseline="0" noProof="1" dirty="0">
                <a:solidFill>
                  <a:srgbClr val="FFFFFF"/>
                </a:solidFill>
                <a:latin typeface="+mj-ea"/>
                <a:ea typeface="+mj-ea"/>
                <a:cs typeface="MiSans Normal" panose="00000500000000000000" charset="-122"/>
                <a:sym typeface="+mn-ea"/>
              </a:defRPr>
            </a:lvl1pPr>
          </a:lstStyle>
          <a:p>
            <a:pPr lvl="0" algn="r" fontAlgn="ctr">
              <a:lnSpc>
                <a:spcPct val="120000"/>
              </a:lnSpc>
              <a:buClrTx/>
              <a:buSzTx/>
              <a:buFontTx/>
            </a:pPr>
            <a:r>
              <a:rPr dirty="0">
                <a:sym typeface="+mn-ea"/>
              </a:rPr>
              <a:t>单击此处
添加文档标题</a:t>
            </a:r>
            <a:endParaRPr dirty="0">
              <a:sym typeface="+mn-ea"/>
            </a:endParaRPr>
          </a:p>
        </p:txBody>
      </p:sp>
      <p:sp>
        <p:nvSpPr>
          <p:cNvPr id="9" name="署名"/>
          <p:cNvSpPr txBox="1">
            <a:spLocks noGrp="1"/>
          </p:cNvSpPr>
          <p:nvPr>
            <p:ph type="body" idx="16390" hasCustomPrompt="1"/>
            <p:custDataLst>
              <p:tags r:id="rId9"/>
            </p:custDataLst>
          </p:nvPr>
        </p:nvSpPr>
        <p:spPr>
          <a:xfrm>
            <a:off x="8635118" y="4749800"/>
            <a:ext cx="2540882" cy="533400"/>
          </a:xfrm>
          <a:prstGeom prst="roundRect">
            <a:avLst>
              <a:gd name="adj" fmla="val 50000"/>
            </a:avLst>
          </a:prstGeom>
          <a:solidFill>
            <a:schemeClr val="accent1">
              <a:lumMod val="50000"/>
            </a:schemeClr>
          </a:solidFill>
        </p:spPr>
        <p:txBody>
          <a:bodyPr vert="horz" wrap="square" lIns="0" tIns="0" rIns="0" bIns="0" rtlCol="0" anchor="ctr" anchorCtr="0">
            <a:normAutofit/>
          </a:bodyPr>
          <a:lstStyle>
            <a:lvl1pPr marL="0" marR="0" lvl="0" indent="0" algn="ctr" defTabSz="914400" rtl="0" eaLnBrk="1" fontAlgn="ctr" latinLnBrk="0" hangingPunct="1">
              <a:lnSpc>
                <a:spcPct val="100000"/>
              </a:lnSpc>
              <a:spcBef>
                <a:spcPct val="0"/>
              </a:spcBef>
              <a:spcAft>
                <a:spcPct val="0"/>
              </a:spcAft>
              <a:buClrTx/>
              <a:buSzTx/>
              <a:buFontTx/>
              <a:buNone/>
              <a:defRPr kumimoji="0" lang="zh-CN" altLang="en-US" sz="2000" b="0" i="0" u="none" strike="noStrike" kern="1200" cap="none" spc="0" normalizeH="0" baseline="0" noProof="1" dirty="0">
                <a:solidFill>
                  <a:srgbClr val="FFFFFF"/>
                </a:solidFill>
                <a:latin typeface="+mj-ea"/>
                <a:ea typeface="+mj-ea"/>
                <a:cs typeface="MiSans Normal" panose="00000500000000000000" charset="-122"/>
                <a:sym typeface="+mn-ea"/>
              </a:defRPr>
            </a:lvl1pPr>
          </a:lstStyle>
          <a:p>
            <a:pPr lvl="0" algn="ctr" fontAlgn="ctr">
              <a:buClrTx/>
              <a:buSzTx/>
              <a:buFontTx/>
            </a:pPr>
            <a:r>
              <a:rPr>
                <a:sym typeface="+mn-ea"/>
              </a:rPr>
              <a:t>BY WPS</a:t>
            </a:r>
            <a:endParaRPr>
              <a:sym typeface="+mn-ea"/>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showMasterSp="0" userDrawn="1">
  <p:cSld name="章节页_1_5">
    <p:spTree>
      <p:nvGrpSpPr>
        <p:cNvPr id="1" name=""/>
        <p:cNvGrpSpPr/>
        <p:nvPr/>
      </p:nvGrpSpPr>
      <p:grpSpPr>
        <a:xfrm>
          <a:off x="0" y="0"/>
          <a:ext cx="0" cy="0"/>
          <a:chOff x="0" y="0"/>
          <a:chExt cx="0" cy="0"/>
        </a:xfrm>
      </p:grpSpPr>
      <p:pic>
        <p:nvPicPr>
          <p:cNvPr id="9" name="文本框 6" descr="VCG211263695321"/>
          <p:cNvPicPr>
            <a:picLocks noChangeAspect="1"/>
          </p:cNvPicPr>
          <p:nvPr>
            <p:custDataLst>
              <p:tags r:id="rId2"/>
            </p:custDataLst>
          </p:nvPr>
        </p:nvPicPr>
        <p:blipFill>
          <a:blip r:embed="rId3">
            <a:duotone>
              <a:prstClr val="black"/>
              <a:schemeClr val="accent1">
                <a:tint val="45000"/>
                <a:satMod val="400000"/>
              </a:schemeClr>
            </a:duotone>
            <a:lum bright="6000" contrast="30000"/>
          </a:blip>
          <a:stretch>
            <a:fillRect/>
          </a:stretch>
        </p:blipFill>
        <p:spPr bwMode="auto">
          <a:xfrm>
            <a:off x="0" y="1905"/>
            <a:ext cx="12192000" cy="6856095"/>
          </a:xfrm>
          <a:prstGeom prst="rect">
            <a:avLst/>
          </a:prstGeom>
        </p:spPr>
      </p:pic>
      <p:sp>
        <p:nvSpPr>
          <p:cNvPr id="6" name="日期占位符 3"/>
          <p:cNvSpPr>
            <a:spLocks noGrp="1"/>
          </p:cNvSpPr>
          <p:nvPr>
            <p:ph type="dt" sz="half" idx="16385"/>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0" name="页脚占位符 4"/>
          <p:cNvSpPr>
            <a:spLocks noGrp="1"/>
          </p:cNvSpPr>
          <p:nvPr>
            <p:ph type="ftr" sz="quarter" idx="16386"/>
            <p:custDataLst>
              <p:tags r:id="rId5"/>
            </p:custDataLst>
          </p:nvPr>
        </p:nvSpPr>
        <p:spPr>
          <a:xfrm>
            <a:off x="4116000" y="6314400"/>
            <a:ext cx="3960000" cy="316800"/>
          </a:xfrm>
        </p:spPr>
        <p:txBody>
          <a:bodyPr/>
          <a:lstStyle/>
          <a:p>
            <a:endParaRPr lang="zh-CN" altLang="en-US" dirty="0"/>
          </a:p>
        </p:txBody>
      </p:sp>
      <p:sp>
        <p:nvSpPr>
          <p:cNvPr id="11" name="灯片编号占位符 5"/>
          <p:cNvSpPr>
            <a:spLocks noGrp="1"/>
          </p:cNvSpPr>
          <p:nvPr>
            <p:ph type="sldNum" sz="quarter" idx="16387"/>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
        <p:nvSpPr>
          <p:cNvPr id="7" name="标题"/>
          <p:cNvSpPr txBox="1">
            <a:spLocks noGrp="1"/>
          </p:cNvSpPr>
          <p:nvPr>
            <p:ph type="title" idx="16388" hasCustomPrompt="1"/>
            <p:custDataLst>
              <p:tags r:id="rId7"/>
            </p:custDataLst>
          </p:nvPr>
        </p:nvSpPr>
        <p:spPr>
          <a:xfrm>
            <a:off x="4823883" y="3072765"/>
            <a:ext cx="6352117" cy="1524000"/>
          </a:xfrm>
          <a:prstGeom prst="rect">
            <a:avLst/>
          </a:prstGeom>
          <a:noFill/>
        </p:spPr>
        <p:txBody>
          <a:bodyPr vert="horz" wrap="square" lIns="0" tIns="0" rIns="0" bIns="0" rtlCol="0" anchor="t" anchorCtr="0">
            <a:normAutofit/>
          </a:bodyPr>
          <a:lstStyle>
            <a:lvl1pPr marL="0" marR="0" lvl="0" indent="0" algn="r" defTabSz="914400" rtl="0" eaLnBrk="1" fontAlgn="ctr" latinLnBrk="0" hangingPunct="1">
              <a:lnSpc>
                <a:spcPct val="100000"/>
              </a:lnSpc>
              <a:spcBef>
                <a:spcPct val="0"/>
              </a:spcBef>
              <a:spcAft>
                <a:spcPct val="0"/>
              </a:spcAft>
              <a:buClrTx/>
              <a:buSzTx/>
              <a:buFontTx/>
              <a:buNone/>
              <a:defRPr kumimoji="0" lang="zh-CN" altLang="en-US" sz="4800" b="0" i="0" u="none" strike="noStrike" kern="1200" cap="none" spc="0" normalizeH="0" baseline="0" noProof="1" dirty="0">
                <a:solidFill>
                  <a:srgbClr val="FFFFFF"/>
                </a:solidFill>
                <a:latin typeface="+mj-lt"/>
                <a:ea typeface="+mj-lt"/>
                <a:cs typeface="MiSans Normal" panose="00000500000000000000" charset="-122"/>
                <a:sym typeface="+mn-ea"/>
              </a:defRPr>
            </a:lvl1pPr>
          </a:lstStyle>
          <a:p>
            <a:pPr lvl="0" algn="r" fontAlgn="ctr">
              <a:lnSpc>
                <a:spcPct val="100000"/>
              </a:lnSpc>
              <a:buClrTx/>
              <a:buSzTx/>
              <a:buFontTx/>
            </a:pPr>
            <a:r>
              <a:rPr dirty="0">
                <a:sym typeface="+mn-ea"/>
              </a:rPr>
              <a:t>单击此处添加章节标题</a:t>
            </a:r>
            <a:endParaRPr dirty="0">
              <a:sym typeface="+mn-ea"/>
            </a:endParaRPr>
          </a:p>
        </p:txBody>
      </p:sp>
      <p:sp>
        <p:nvSpPr>
          <p:cNvPr id="8" name="节编号"/>
          <p:cNvSpPr txBox="1">
            <a:spLocks noGrp="1"/>
          </p:cNvSpPr>
          <p:nvPr>
            <p:ph type="body" idx="16389" hasCustomPrompt="1"/>
            <p:custDataLst>
              <p:tags r:id="rId8"/>
            </p:custDataLst>
          </p:nvPr>
        </p:nvSpPr>
        <p:spPr>
          <a:xfrm>
            <a:off x="9648825" y="1447165"/>
            <a:ext cx="1527175" cy="1524000"/>
          </a:xfrm>
          <a:prstGeom prst="rect">
            <a:avLst/>
          </a:prstGeom>
          <a:noFill/>
        </p:spPr>
        <p:txBody>
          <a:bodyPr vert="horz" wrap="square" lIns="0" tIns="0" rIns="0" bIns="0" rtlCol="0" anchor="ctr" anchorCtr="0">
            <a:normAutofit/>
          </a:bodyPr>
          <a:lstStyle>
            <a:lvl1pPr marL="0" marR="0" lvl="0" indent="0" algn="r" defTabSz="914400" rtl="0" eaLnBrk="1" fontAlgn="ctr" latinLnBrk="0" hangingPunct="1">
              <a:lnSpc>
                <a:spcPct val="109000"/>
              </a:lnSpc>
              <a:spcBef>
                <a:spcPct val="0"/>
              </a:spcBef>
              <a:spcAft>
                <a:spcPct val="0"/>
              </a:spcAft>
              <a:buClrTx/>
              <a:buSzTx/>
              <a:buFontTx/>
              <a:buNone/>
              <a:defRPr kumimoji="0" lang="en-US" altLang="zh-CN" sz="7200" b="1" i="0" u="none" strike="noStrike" kern="1200" cap="none" spc="0" normalizeH="0" baseline="0" noProof="1" dirty="0">
                <a:ln w="25400">
                  <a:gradFill>
                    <a:gsLst>
                      <a:gs pos="27000">
                        <a:schemeClr val="accent1">
                          <a:lumMod val="5000"/>
                          <a:lumOff val="95000"/>
                          <a:alpha val="20000"/>
                        </a:schemeClr>
                      </a:gs>
                      <a:gs pos="100000">
                        <a:schemeClr val="accent1">
                          <a:alpha val="100000"/>
                        </a:schemeClr>
                      </a:gs>
                    </a:gsLst>
                    <a:lin ang="16200000" scaled="1"/>
                  </a:gradFill>
                </a:ln>
                <a:noFill/>
                <a:latin typeface="+mj-lt"/>
                <a:ea typeface="+mj-lt"/>
                <a:cs typeface="MiSans Normal" panose="00000500000000000000" charset="-122"/>
                <a:sym typeface="+mn-ea"/>
              </a:defRPr>
            </a:lvl1pPr>
          </a:lstStyle>
          <a:p>
            <a:pPr lvl="0" algn="r" fontAlgn="ctr">
              <a:buClrTx/>
              <a:buSzTx/>
              <a:buFontTx/>
            </a:pPr>
            <a:r>
              <a:rPr>
                <a:sym typeface="+mn-ea"/>
              </a:rPr>
              <a:t>01</a:t>
            </a:r>
            <a:endParaRPr>
              <a:sym typeface="+mn-ea"/>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结束页_1_5">
    <p:spTree>
      <p:nvGrpSpPr>
        <p:cNvPr id="1" name=""/>
        <p:cNvGrpSpPr/>
        <p:nvPr/>
      </p:nvGrpSpPr>
      <p:grpSpPr>
        <a:xfrm>
          <a:off x="0" y="0"/>
          <a:ext cx="0" cy="0"/>
          <a:chOff x="0" y="0"/>
          <a:chExt cx="0" cy="0"/>
        </a:xfrm>
      </p:grpSpPr>
      <p:pic>
        <p:nvPicPr>
          <p:cNvPr id="9" name="图片 8" descr="VCG211263695325"/>
          <p:cNvPicPr>
            <a:picLocks noChangeAspect="1"/>
          </p:cNvPicPr>
          <p:nvPr>
            <p:custDataLst>
              <p:tags r:id="rId2"/>
            </p:custDataLst>
          </p:nvPr>
        </p:nvPicPr>
        <p:blipFill>
          <a:blip r:embed="rId3">
            <a:duotone>
              <a:prstClr val="black"/>
              <a:schemeClr val="accent1">
                <a:tint val="45000"/>
                <a:satMod val="400000"/>
              </a:schemeClr>
            </a:duotone>
            <a:lum bright="6000" contrast="30000"/>
          </a:blip>
          <a:stretch>
            <a:fillRect/>
          </a:stretch>
        </p:blipFill>
        <p:spPr>
          <a:xfrm>
            <a:off x="0" y="-28893"/>
            <a:ext cx="12192000" cy="6856095"/>
          </a:xfrm>
          <a:prstGeom prst="rect">
            <a:avLst/>
          </a:prstGeom>
        </p:spPr>
      </p:pic>
      <p:sp>
        <p:nvSpPr>
          <p:cNvPr id="6" name="日期占位符 3"/>
          <p:cNvSpPr>
            <a:spLocks noGrp="1"/>
          </p:cNvSpPr>
          <p:nvPr>
            <p:ph type="dt" sz="half" idx="16385"/>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0" name="页脚占位符 4"/>
          <p:cNvSpPr>
            <a:spLocks noGrp="1"/>
          </p:cNvSpPr>
          <p:nvPr>
            <p:ph type="ftr" sz="quarter" idx="16386"/>
            <p:custDataLst>
              <p:tags r:id="rId5"/>
            </p:custDataLst>
          </p:nvPr>
        </p:nvSpPr>
        <p:spPr>
          <a:xfrm>
            <a:off x="4116000" y="6314400"/>
            <a:ext cx="3960000" cy="316800"/>
          </a:xfrm>
        </p:spPr>
        <p:txBody>
          <a:bodyPr/>
          <a:lstStyle/>
          <a:p>
            <a:endParaRPr lang="zh-CN" altLang="en-US" dirty="0"/>
          </a:p>
        </p:txBody>
      </p:sp>
      <p:sp>
        <p:nvSpPr>
          <p:cNvPr id="11" name="灯片编号占位符 5"/>
          <p:cNvSpPr>
            <a:spLocks noGrp="1"/>
          </p:cNvSpPr>
          <p:nvPr>
            <p:ph type="sldNum" sz="quarter" idx="16387"/>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
        <p:nvSpPr>
          <p:cNvPr id="13" name="Subtitle 12"/>
          <p:cNvSpPr>
            <a:spLocks noGrp="1"/>
          </p:cNvSpPr>
          <p:nvPr>
            <p:ph type="body" idx="16389" hasCustomPrompt="1"/>
            <p:custDataLst>
              <p:tags r:id="rId7"/>
            </p:custDataLst>
          </p:nvPr>
        </p:nvSpPr>
        <p:spPr>
          <a:xfrm>
            <a:off x="5726642" y="2667000"/>
            <a:ext cx="5449358" cy="457200"/>
          </a:xfrm>
          <a:noFill/>
        </p:spPr>
        <p:txBody>
          <a:bodyPr vert="horz" lIns="0" tIns="0" rIns="0" bIns="0" anchor="t">
            <a:normAutofit/>
          </a:bodyPr>
          <a:lstStyle>
            <a:lvl1pPr marL="0" indent="0" algn="r">
              <a:lnSpc>
                <a:spcPct val="125000"/>
              </a:lnSpc>
              <a:spcBef>
                <a:spcPct val="0"/>
              </a:spcBef>
              <a:spcAft>
                <a:spcPct val="0"/>
              </a:spcAft>
              <a:buNone/>
              <a:defRPr sz="2400" b="0" spc="0">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THE END</a:t>
            </a:r>
            <a:endParaRPr lang="zh-CN" altLang="en-US"/>
          </a:p>
        </p:txBody>
      </p:sp>
      <p:sp>
        <p:nvSpPr>
          <p:cNvPr id="8" name="标题"/>
          <p:cNvSpPr txBox="1">
            <a:spLocks noGrp="1"/>
          </p:cNvSpPr>
          <p:nvPr>
            <p:ph type="title" idx="16388" hasCustomPrompt="1"/>
            <p:custDataLst>
              <p:tags r:id="rId8"/>
            </p:custDataLst>
          </p:nvPr>
        </p:nvSpPr>
        <p:spPr>
          <a:xfrm>
            <a:off x="5724878" y="3175000"/>
            <a:ext cx="5451122" cy="1016000"/>
          </a:xfrm>
          <a:prstGeom prst="rect">
            <a:avLst/>
          </a:prstGeom>
          <a:noFill/>
        </p:spPr>
        <p:txBody>
          <a:bodyPr vert="horz" wrap="square" lIns="0" tIns="0" rIns="0" bIns="0" rtlCol="0" anchor="t" anchorCtr="0">
            <a:normAutofit/>
          </a:bodyPr>
          <a:lstStyle>
            <a:lvl1pPr marL="0" marR="0" lvl="0" indent="0" algn="r" defTabSz="914400" rtl="0" eaLnBrk="1" fontAlgn="ctr" latinLnBrk="0" hangingPunct="1">
              <a:lnSpc>
                <a:spcPct val="100000"/>
              </a:lnSpc>
              <a:spcBef>
                <a:spcPct val="0"/>
              </a:spcBef>
              <a:spcAft>
                <a:spcPct val="0"/>
              </a:spcAft>
              <a:buClrTx/>
              <a:buSzTx/>
              <a:buFontTx/>
              <a:buNone/>
              <a:defRPr kumimoji="0" lang="zh-CN" altLang="en-US" sz="6400" b="0" i="0" u="none" strike="noStrike" kern="1200" cap="none" spc="0" normalizeH="0" baseline="0" noProof="1" dirty="0">
                <a:solidFill>
                  <a:srgbClr val="FFFFFF"/>
                </a:solidFill>
                <a:latin typeface="+mj-lt"/>
                <a:ea typeface="+mj-lt"/>
                <a:cs typeface="MiSans Normal" panose="00000500000000000000" charset="-122"/>
                <a:sym typeface="+mn-ea"/>
              </a:defRPr>
            </a:lvl1pPr>
          </a:lstStyle>
          <a:p>
            <a:pPr lvl="0" algn="r" fontAlgn="ctr">
              <a:lnSpc>
                <a:spcPct val="150000"/>
              </a:lnSpc>
              <a:buClrTx/>
              <a:buSzTx/>
              <a:buFontTx/>
            </a:pPr>
            <a:r>
              <a:rPr dirty="0">
                <a:sym typeface="+mn-ea"/>
              </a:rPr>
              <a:t>谢谢观看</a:t>
            </a:r>
            <a:endParaRPr dirty="0">
              <a:sym typeface="+mn-ea"/>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目录页-1-5-4">
    <p:bg>
      <p:bgRef idx="1001">
        <a:schemeClr val="bg2"/>
      </p:bgRef>
    </p:bg>
    <p:spTree>
      <p:nvGrpSpPr>
        <p:cNvPr id="1" name=""/>
        <p:cNvGrpSpPr/>
        <p:nvPr/>
      </p:nvGrpSpPr>
      <p:grpSpPr>
        <a:xfrm>
          <a:off x="0" y="0"/>
          <a:ext cx="0" cy="0"/>
          <a:chOff x="0" y="0"/>
          <a:chExt cx="0" cy="0"/>
        </a:xfrm>
      </p:grpSpPr>
      <p:sp>
        <p:nvSpPr>
          <p:cNvPr id="6" name="日期占位符 3"/>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9" name="页脚占位符 4"/>
          <p:cNvSpPr>
            <a:spLocks noGrp="1"/>
          </p:cNvSpPr>
          <p:nvPr>
            <p:ph type="ftr" sz="quarter" idx="11"/>
            <p:custDataLst>
              <p:tags r:id="rId3"/>
            </p:custDataLst>
          </p:nvPr>
        </p:nvSpPr>
        <p:spPr>
          <a:xfrm>
            <a:off x="4116000" y="6314400"/>
            <a:ext cx="3960000" cy="316800"/>
          </a:xfrm>
        </p:spPr>
        <p:txBody>
          <a:bodyPr/>
          <a:lstStyle/>
          <a:p>
            <a:endParaRPr lang="zh-CN" altLang="en-US" dirty="0"/>
          </a:p>
        </p:txBody>
      </p:sp>
      <p:sp>
        <p:nvSpPr>
          <p:cNvPr id="10" name="灯片编号占位符 5"/>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
        <p:nvSpPr>
          <p:cNvPr id="11" name="Subtitle 10"/>
          <p:cNvSpPr>
            <a:spLocks noGrp="1"/>
          </p:cNvSpPr>
          <p:nvPr>
            <p:ph type="subTitle" idx="17826305" hasCustomPrompt="1"/>
            <p:custDataLst>
              <p:tags r:id="rId5"/>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CONTENTS</a:t>
            </a:r>
            <a:endParaRPr lang="zh-CN" altLang="en-US"/>
          </a:p>
        </p:txBody>
      </p:sp>
      <p:sp>
        <p:nvSpPr>
          <p:cNvPr id="12" name="Title 11"/>
          <p:cNvSpPr>
            <a:spLocks noGrp="1"/>
          </p:cNvSpPr>
          <p:nvPr>
            <p:ph type="ctrTitle" idx="17826049" hasCustomPrompt="1"/>
            <p:custDataLst>
              <p:tags r:id="rId6"/>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r>
              <a:rPr lang="zh-CN" altLang="en-US"/>
              <a:t>目录</a:t>
            </a:r>
            <a:endParaRPr lang="zh-CN" altLang="en-US"/>
          </a:p>
        </p:txBody>
      </p:sp>
      <p:sp>
        <p:nvSpPr>
          <p:cNvPr id="13" name="Text Placeholder 12"/>
          <p:cNvSpPr>
            <a:spLocks noGrp="1"/>
          </p:cNvSpPr>
          <p:nvPr>
            <p:ph type="body" idx="319883777" hasCustomPrompt="1"/>
            <p:custDataLst>
              <p:tags r:id="rId7"/>
            </p:custDataLst>
          </p:nvPr>
        </p:nvSpPr>
        <p:spPr>
          <a:xfrm>
            <a:off x="40703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01</a:t>
            </a:r>
            <a:endParaRPr lang="zh-CN" altLang="en-US"/>
          </a:p>
        </p:txBody>
      </p:sp>
      <p:sp>
        <p:nvSpPr>
          <p:cNvPr id="14" name="装饰  3"/>
          <p:cNvSpPr>
            <a:spLocks noGrp="1"/>
          </p:cNvSpPr>
          <p:nvPr>
            <p:ph type="body" idx="319883522" hasCustomPrompt="1"/>
            <p:custDataLst>
              <p:tags r:id="rId8"/>
            </p:custDataLst>
          </p:nvPr>
        </p:nvSpPr>
        <p:spPr>
          <a:xfrm>
            <a:off x="48514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15" name="Text Placeholder 14"/>
          <p:cNvSpPr>
            <a:spLocks noGrp="1"/>
          </p:cNvSpPr>
          <p:nvPr>
            <p:ph type="body" idx="51446017" hasCustomPrompt="1"/>
            <p:custDataLst>
              <p:tags r:id="rId9"/>
            </p:custDataLst>
          </p:nvPr>
        </p:nvSpPr>
        <p:spPr>
          <a:xfrm>
            <a:off x="50800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endParaRPr lang="zh-CN" altLang="en-US"/>
          </a:p>
        </p:txBody>
      </p:sp>
      <p:sp>
        <p:nvSpPr>
          <p:cNvPr id="16" name="Text Placeholder 15"/>
          <p:cNvSpPr>
            <a:spLocks noGrp="1"/>
          </p:cNvSpPr>
          <p:nvPr>
            <p:ph type="body" idx="319949313" hasCustomPrompt="1"/>
            <p:custDataLst>
              <p:tags r:id="rId10"/>
            </p:custDataLst>
          </p:nvPr>
        </p:nvSpPr>
        <p:spPr>
          <a:xfrm>
            <a:off x="79946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02</a:t>
            </a:r>
            <a:endParaRPr lang="zh-CN" altLang="en-US"/>
          </a:p>
        </p:txBody>
      </p:sp>
      <p:sp>
        <p:nvSpPr>
          <p:cNvPr id="17" name="装饰  6"/>
          <p:cNvSpPr>
            <a:spLocks noGrp="1"/>
          </p:cNvSpPr>
          <p:nvPr>
            <p:ph type="body" idx="319949058" hasCustomPrompt="1"/>
            <p:custDataLst>
              <p:tags r:id="rId11"/>
            </p:custDataLst>
          </p:nvPr>
        </p:nvSpPr>
        <p:spPr>
          <a:xfrm>
            <a:off x="87757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18" name="Text Placeholder 17"/>
          <p:cNvSpPr>
            <a:spLocks noGrp="1"/>
          </p:cNvSpPr>
          <p:nvPr>
            <p:ph type="body" idx="51511553" hasCustomPrompt="1"/>
            <p:custDataLst>
              <p:tags r:id="rId12"/>
            </p:custDataLst>
          </p:nvPr>
        </p:nvSpPr>
        <p:spPr>
          <a:xfrm>
            <a:off x="90043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endParaRPr lang="zh-CN" altLang="en-US"/>
          </a:p>
        </p:txBody>
      </p:sp>
      <p:sp>
        <p:nvSpPr>
          <p:cNvPr id="19" name="Text Placeholder 18"/>
          <p:cNvSpPr>
            <a:spLocks noGrp="1"/>
          </p:cNvSpPr>
          <p:nvPr>
            <p:ph type="body" idx="320014849" hasCustomPrompt="1"/>
            <p:custDataLst>
              <p:tags r:id="rId13"/>
            </p:custDataLst>
          </p:nvPr>
        </p:nvSpPr>
        <p:spPr>
          <a:xfrm>
            <a:off x="40703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03</a:t>
            </a:r>
            <a:endParaRPr lang="zh-CN" altLang="en-US"/>
          </a:p>
        </p:txBody>
      </p:sp>
      <p:sp>
        <p:nvSpPr>
          <p:cNvPr id="20" name="装饰  9"/>
          <p:cNvSpPr>
            <a:spLocks noGrp="1"/>
          </p:cNvSpPr>
          <p:nvPr>
            <p:ph type="body" idx="320014594" hasCustomPrompt="1"/>
            <p:custDataLst>
              <p:tags r:id="rId14"/>
            </p:custDataLst>
          </p:nvPr>
        </p:nvSpPr>
        <p:spPr>
          <a:xfrm>
            <a:off x="48514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21" name="Text Placeholder 20"/>
          <p:cNvSpPr>
            <a:spLocks noGrp="1"/>
          </p:cNvSpPr>
          <p:nvPr>
            <p:ph type="body" idx="51577089" hasCustomPrompt="1"/>
            <p:custDataLst>
              <p:tags r:id="rId15"/>
            </p:custDataLst>
          </p:nvPr>
        </p:nvSpPr>
        <p:spPr>
          <a:xfrm>
            <a:off x="50800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endParaRPr lang="zh-CN" altLang="en-US"/>
          </a:p>
        </p:txBody>
      </p:sp>
      <p:sp>
        <p:nvSpPr>
          <p:cNvPr id="22" name="Text Placeholder 21"/>
          <p:cNvSpPr>
            <a:spLocks noGrp="1"/>
          </p:cNvSpPr>
          <p:nvPr>
            <p:ph type="body" idx="320080385" hasCustomPrompt="1"/>
            <p:custDataLst>
              <p:tags r:id="rId16"/>
            </p:custDataLst>
          </p:nvPr>
        </p:nvSpPr>
        <p:spPr>
          <a:xfrm>
            <a:off x="79946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04</a:t>
            </a:r>
            <a:endParaRPr lang="zh-CN" altLang="en-US"/>
          </a:p>
        </p:txBody>
      </p:sp>
      <p:sp>
        <p:nvSpPr>
          <p:cNvPr id="23" name="装饰  2"/>
          <p:cNvSpPr>
            <a:spLocks noGrp="1"/>
          </p:cNvSpPr>
          <p:nvPr>
            <p:ph type="body" idx="320080130" hasCustomPrompt="1"/>
            <p:custDataLst>
              <p:tags r:id="rId17"/>
            </p:custDataLst>
          </p:nvPr>
        </p:nvSpPr>
        <p:spPr>
          <a:xfrm>
            <a:off x="87757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24" name="Text Placeholder 23"/>
          <p:cNvSpPr>
            <a:spLocks noGrp="1"/>
          </p:cNvSpPr>
          <p:nvPr>
            <p:ph type="body" idx="51642625" hasCustomPrompt="1"/>
            <p:custDataLst>
              <p:tags r:id="rId18"/>
            </p:custDataLst>
          </p:nvPr>
        </p:nvSpPr>
        <p:spPr>
          <a:xfrm>
            <a:off x="90043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目录页-1-5_4">
    <p:bg>
      <p:bgRef idx="1001">
        <a:schemeClr val="bg2"/>
      </p:bgRef>
    </p:bg>
    <p:spTree>
      <p:nvGrpSpPr>
        <p:cNvPr id="1" name=""/>
        <p:cNvGrpSpPr/>
        <p:nvPr/>
      </p:nvGrpSpPr>
      <p:grpSpPr>
        <a:xfrm>
          <a:off x="0" y="0"/>
          <a:ext cx="0" cy="0"/>
          <a:chOff x="0" y="0"/>
          <a:chExt cx="0" cy="0"/>
        </a:xfrm>
      </p:grpSpPr>
      <p:sp>
        <p:nvSpPr>
          <p:cNvPr id="6" name="日期占位符 5"/>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a:xfrm>
            <a:off x="4116000" y="6314400"/>
            <a:ext cx="3960000" cy="316800"/>
          </a:xfrm>
        </p:spPr>
        <p:txBody>
          <a:bodyPr/>
          <a:lstStyle/>
          <a:p>
            <a:endParaRPr lang="zh-CN" altLang="en-US" dirty="0"/>
          </a:p>
        </p:txBody>
      </p:sp>
      <p:sp>
        <p:nvSpPr>
          <p:cNvPr id="10" name="灯片编号占位符 9"/>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
        <p:nvSpPr>
          <p:cNvPr id="11" name="副标题 10"/>
          <p:cNvSpPr>
            <a:spLocks noGrp="1"/>
          </p:cNvSpPr>
          <p:nvPr>
            <p:ph type="subTitle" idx="16386" hasCustomPrompt="1"/>
            <p:custDataLst>
              <p:tags r:id="rId5"/>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zh-CN" altLang="en-US"/>
              <a:t>CONTENTS</a:t>
            </a:r>
            <a:endParaRPr lang="zh-CN" altLang="en-US"/>
          </a:p>
        </p:txBody>
      </p:sp>
      <p:sp>
        <p:nvSpPr>
          <p:cNvPr id="12" name="标题 11"/>
          <p:cNvSpPr>
            <a:spLocks noGrp="1"/>
          </p:cNvSpPr>
          <p:nvPr>
            <p:ph type="ctrTitle" idx="16385" hasCustomPrompt="1"/>
            <p:custDataLst>
              <p:tags r:id="rId6"/>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pPr lvl="0"/>
            <a:r>
              <a:rPr lang="zh-CN" altLang="en-US"/>
              <a:t>目录</a:t>
            </a:r>
            <a:endParaRPr lang="zh-CN" altLang="en-US"/>
          </a:p>
        </p:txBody>
      </p:sp>
      <p:sp>
        <p:nvSpPr>
          <p:cNvPr id="13" name="文本占位符 12"/>
          <p:cNvSpPr>
            <a:spLocks noGrp="1"/>
          </p:cNvSpPr>
          <p:nvPr>
            <p:ph type="body" idx="16388" hasCustomPrompt="1"/>
            <p:custDataLst>
              <p:tags r:id="rId7"/>
            </p:custDataLst>
          </p:nvPr>
        </p:nvSpPr>
        <p:spPr>
          <a:xfrm>
            <a:off x="40703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01</a:t>
            </a:r>
            <a:endParaRPr lang="zh-CN" altLang="en-US"/>
          </a:p>
        </p:txBody>
      </p:sp>
      <p:sp>
        <p:nvSpPr>
          <p:cNvPr id="14" name="装饰  3"/>
          <p:cNvSpPr>
            <a:spLocks noGrp="1"/>
          </p:cNvSpPr>
          <p:nvPr>
            <p:ph type="body" idx="16395" hasCustomPrompt="1"/>
            <p:custDataLst>
              <p:tags r:id="rId8"/>
            </p:custDataLst>
          </p:nvPr>
        </p:nvSpPr>
        <p:spPr>
          <a:xfrm>
            <a:off x="48514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15" name="文本占位符 14"/>
          <p:cNvSpPr>
            <a:spLocks noGrp="1"/>
          </p:cNvSpPr>
          <p:nvPr>
            <p:ph type="body" idx="16387" hasCustomPrompt="1"/>
            <p:custDataLst>
              <p:tags r:id="rId9"/>
            </p:custDataLst>
          </p:nvPr>
        </p:nvSpPr>
        <p:spPr>
          <a:xfrm>
            <a:off x="50800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endParaRPr lang="zh-CN" altLang="en-US"/>
          </a:p>
        </p:txBody>
      </p:sp>
      <p:sp>
        <p:nvSpPr>
          <p:cNvPr id="16" name="文本占位符 15"/>
          <p:cNvSpPr>
            <a:spLocks noGrp="1"/>
          </p:cNvSpPr>
          <p:nvPr>
            <p:ph type="body" idx="16390" hasCustomPrompt="1"/>
            <p:custDataLst>
              <p:tags r:id="rId10"/>
            </p:custDataLst>
          </p:nvPr>
        </p:nvSpPr>
        <p:spPr>
          <a:xfrm>
            <a:off x="79946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02</a:t>
            </a:r>
            <a:endParaRPr lang="zh-CN" altLang="en-US"/>
          </a:p>
        </p:txBody>
      </p:sp>
      <p:sp>
        <p:nvSpPr>
          <p:cNvPr id="17" name="装饰  6"/>
          <p:cNvSpPr>
            <a:spLocks noGrp="1"/>
          </p:cNvSpPr>
          <p:nvPr>
            <p:ph type="body" idx="16396" hasCustomPrompt="1"/>
            <p:custDataLst>
              <p:tags r:id="rId11"/>
            </p:custDataLst>
          </p:nvPr>
        </p:nvSpPr>
        <p:spPr>
          <a:xfrm>
            <a:off x="87757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18" name="文本占位符 17"/>
          <p:cNvSpPr>
            <a:spLocks noGrp="1"/>
          </p:cNvSpPr>
          <p:nvPr>
            <p:ph type="body" idx="16389" hasCustomPrompt="1"/>
            <p:custDataLst>
              <p:tags r:id="rId12"/>
            </p:custDataLst>
          </p:nvPr>
        </p:nvSpPr>
        <p:spPr>
          <a:xfrm>
            <a:off x="90043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endParaRPr lang="zh-CN" altLang="en-US"/>
          </a:p>
        </p:txBody>
      </p:sp>
      <p:sp>
        <p:nvSpPr>
          <p:cNvPr id="19" name="文本占位符 18"/>
          <p:cNvSpPr>
            <a:spLocks noGrp="1"/>
          </p:cNvSpPr>
          <p:nvPr>
            <p:ph type="body" idx="16392" hasCustomPrompt="1"/>
            <p:custDataLst>
              <p:tags r:id="rId13"/>
            </p:custDataLst>
          </p:nvPr>
        </p:nvSpPr>
        <p:spPr>
          <a:xfrm>
            <a:off x="40703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03</a:t>
            </a:r>
            <a:endParaRPr lang="zh-CN" altLang="en-US"/>
          </a:p>
        </p:txBody>
      </p:sp>
      <p:sp>
        <p:nvSpPr>
          <p:cNvPr id="20" name="装饰  9"/>
          <p:cNvSpPr>
            <a:spLocks noGrp="1"/>
          </p:cNvSpPr>
          <p:nvPr>
            <p:ph type="body" idx="16397" hasCustomPrompt="1"/>
            <p:custDataLst>
              <p:tags r:id="rId14"/>
            </p:custDataLst>
          </p:nvPr>
        </p:nvSpPr>
        <p:spPr>
          <a:xfrm>
            <a:off x="48514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21" name="文本占位符 20"/>
          <p:cNvSpPr>
            <a:spLocks noGrp="1"/>
          </p:cNvSpPr>
          <p:nvPr>
            <p:ph type="body" idx="16391" hasCustomPrompt="1"/>
            <p:custDataLst>
              <p:tags r:id="rId15"/>
            </p:custDataLst>
          </p:nvPr>
        </p:nvSpPr>
        <p:spPr>
          <a:xfrm>
            <a:off x="50800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endParaRPr lang="zh-CN" altLang="en-US"/>
          </a:p>
        </p:txBody>
      </p:sp>
      <p:sp>
        <p:nvSpPr>
          <p:cNvPr id="22" name="文本占位符 21"/>
          <p:cNvSpPr>
            <a:spLocks noGrp="1"/>
          </p:cNvSpPr>
          <p:nvPr>
            <p:ph type="body" idx="16394" hasCustomPrompt="1"/>
            <p:custDataLst>
              <p:tags r:id="rId16"/>
            </p:custDataLst>
          </p:nvPr>
        </p:nvSpPr>
        <p:spPr>
          <a:xfrm>
            <a:off x="79946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04</a:t>
            </a:r>
            <a:endParaRPr lang="zh-CN" altLang="en-US"/>
          </a:p>
        </p:txBody>
      </p:sp>
      <p:sp>
        <p:nvSpPr>
          <p:cNvPr id="23" name="装饰  2"/>
          <p:cNvSpPr>
            <a:spLocks noGrp="1"/>
          </p:cNvSpPr>
          <p:nvPr>
            <p:ph type="body" idx="16398" hasCustomPrompt="1"/>
            <p:custDataLst>
              <p:tags r:id="rId17"/>
            </p:custDataLst>
          </p:nvPr>
        </p:nvSpPr>
        <p:spPr>
          <a:xfrm>
            <a:off x="87757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24" name="文本占位符 23"/>
          <p:cNvSpPr>
            <a:spLocks noGrp="1"/>
          </p:cNvSpPr>
          <p:nvPr>
            <p:ph type="body" idx="16393" hasCustomPrompt="1"/>
            <p:custDataLst>
              <p:tags r:id="rId18"/>
            </p:custDataLst>
          </p:nvPr>
        </p:nvSpPr>
        <p:spPr>
          <a:xfrm>
            <a:off x="90043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正文页-59_9">
    <p:bg>
      <p:bgRef idx="1001">
        <a:schemeClr val="bg2"/>
      </p:bgRef>
    </p:bg>
    <p:spTree>
      <p:nvGrpSpPr>
        <p:cNvPr id="1" name=""/>
        <p:cNvGrpSpPr/>
        <p:nvPr/>
      </p:nvGrpSpPr>
      <p:grpSpPr>
        <a:xfrm>
          <a:off x="0" y="0"/>
          <a:ext cx="0" cy="0"/>
          <a:chOff x="0" y="0"/>
          <a:chExt cx="0" cy="0"/>
        </a:xfrm>
      </p:grpSpPr>
      <p:sp>
        <p:nvSpPr>
          <p:cNvPr id="6" name="日期占位符 5"/>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a:xfrm>
            <a:off x="4116000" y="6314400"/>
            <a:ext cx="3960000" cy="316800"/>
          </a:xfrm>
        </p:spPr>
        <p:txBody>
          <a:bodyPr/>
          <a:lstStyle/>
          <a:p>
            <a:endParaRPr lang="zh-CN" altLang="en-US" dirty="0"/>
          </a:p>
        </p:txBody>
      </p:sp>
      <p:sp>
        <p:nvSpPr>
          <p:cNvPr id="10" name="灯片编号占位符 9"/>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endParaRPr lang="zh-CN" altLang="en-US"/>
          </a:p>
        </p:txBody>
      </p:sp>
      <p:sp>
        <p:nvSpPr>
          <p:cNvPr id="12" name="内容占位符 11"/>
          <p:cNvSpPr>
            <a:spLocks noGrp="1"/>
          </p:cNvSpPr>
          <p:nvPr>
            <p:ph idx="16390" hasCustomPrompt="1"/>
            <p:custDataLst>
              <p:tags r:id="rId6"/>
            </p:custDataLst>
          </p:nvPr>
        </p:nvSpPr>
        <p:spPr>
          <a:xfrm>
            <a:off x="609600" y="3403600"/>
            <a:ext cx="10972800" cy="2844800"/>
          </a:xfrm>
          <a:custGeom>
            <a:avLst/>
            <a:gdLst>
              <a:gd name="connisteX0" fmla="*/ 0 w 10972800"/>
              <a:gd name="connsiteY0" fmla="*/ 203200 h 2844800"/>
              <a:gd name="connisteX1" fmla="*/ 203200 w 10972800"/>
              <a:gd name="connsiteY1" fmla="*/ 0 h 2844800"/>
              <a:gd name="connisteX2" fmla="*/ 10769600 w 10972800"/>
              <a:gd name="connsiteY2" fmla="*/ 0 h 2844800"/>
              <a:gd name="connisteX3" fmla="*/ 10972800 w 10972800"/>
              <a:gd name="connsiteY3" fmla="*/ 203200 h 2844800"/>
              <a:gd name="connisteX4" fmla="*/ 10972800 w 10972800"/>
              <a:gd name="connsiteY4" fmla="*/ 2641600 h 2844800"/>
              <a:gd name="connisteX5" fmla="*/ 10769600 w 10972800"/>
              <a:gd name="connsiteY5" fmla="*/ 2844800 h 2844800"/>
              <a:gd name="connisteX6" fmla="*/ 203200 w 10972800"/>
              <a:gd name="connsiteY6" fmla="*/ 2844800 h 2844800"/>
              <a:gd name="connisteX7" fmla="*/ 0 w 10972800"/>
              <a:gd name="connsiteY7" fmla="*/ 2641600 h 2844800"/>
              <a:gd name="connisteX8" fmla="*/ 0 w 10972800"/>
              <a:gd name="connsiteY8" fmla="*/ 203200 h 2844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844800">
                <a:moveTo>
                  <a:pt x="0" y="203200"/>
                </a:moveTo>
                <a:cubicBezTo>
                  <a:pt x="0" y="90976"/>
                  <a:pt x="90976" y="0"/>
                  <a:pt x="203200" y="0"/>
                </a:cubicBezTo>
                <a:lnTo>
                  <a:pt x="10769600" y="0"/>
                </a:lnTo>
                <a:cubicBezTo>
                  <a:pt x="10881824" y="0"/>
                  <a:pt x="10972800" y="90976"/>
                  <a:pt x="10972800" y="203200"/>
                </a:cubicBezTo>
                <a:lnTo>
                  <a:pt x="10972800" y="2641600"/>
                </a:lnTo>
                <a:cubicBezTo>
                  <a:pt x="10972800" y="2753824"/>
                  <a:pt x="10881824" y="2844800"/>
                  <a:pt x="10769600" y="2844800"/>
                </a:cubicBezTo>
                <a:lnTo>
                  <a:pt x="203200" y="2844800"/>
                </a:lnTo>
                <a:cubicBezTo>
                  <a:pt x="90976" y="2844800"/>
                  <a:pt x="0" y="2753824"/>
                  <a:pt x="0" y="2641600"/>
                </a:cubicBezTo>
                <a:lnTo>
                  <a:pt x="0" y="20320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13" name="装饰  2"/>
          <p:cNvSpPr>
            <a:spLocks noGrp="1"/>
          </p:cNvSpPr>
          <p:nvPr>
            <p:ph type="body" idx="16391" hasCustomPrompt="1"/>
            <p:custDataLst>
              <p:tags r:id="rId7"/>
            </p:custDataLst>
          </p:nvPr>
        </p:nvSpPr>
        <p:spPr>
          <a:xfrm>
            <a:off x="609600" y="1524000"/>
            <a:ext cx="50800" cy="1422400"/>
          </a:xfrm>
          <a:custGeom>
            <a:avLst/>
            <a:gdLst>
              <a:gd name="connisteX0" fmla="*/ 0 w 50800"/>
              <a:gd name="connsiteY0" fmla="*/ 25400 h 1422400"/>
              <a:gd name="connisteX1" fmla="*/ 25400 w 50800"/>
              <a:gd name="connsiteY1" fmla="*/ 0 h 1422400"/>
              <a:gd name="connisteX2" fmla="*/ 25400 w 50800"/>
              <a:gd name="connsiteY2" fmla="*/ 0 h 1422400"/>
              <a:gd name="connisteX3" fmla="*/ 50800 w 50800"/>
              <a:gd name="connsiteY3" fmla="*/ 25400 h 1422400"/>
              <a:gd name="connisteX4" fmla="*/ 50800 w 50800"/>
              <a:gd name="connsiteY4" fmla="*/ 1397000 h 1422400"/>
              <a:gd name="connisteX5" fmla="*/ 25400 w 50800"/>
              <a:gd name="connsiteY5" fmla="*/ 1422400 h 1422400"/>
              <a:gd name="connisteX6" fmla="*/ 25400 w 50800"/>
              <a:gd name="connsiteY6" fmla="*/ 1422400 h 1422400"/>
              <a:gd name="connisteX7" fmla="*/ 0 w 50800"/>
              <a:gd name="connsiteY7" fmla="*/ 1397000 h 1422400"/>
              <a:gd name="connisteX8" fmla="*/ 0 w 50800"/>
              <a:gd name="connsiteY8" fmla="*/ 25400 h 142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422400">
                <a:moveTo>
                  <a:pt x="0" y="25400"/>
                </a:moveTo>
                <a:cubicBezTo>
                  <a:pt x="0" y="11372"/>
                  <a:pt x="11372" y="0"/>
                  <a:pt x="25400" y="0"/>
                </a:cubicBezTo>
                <a:lnTo>
                  <a:pt x="25400" y="0"/>
                </a:lnTo>
                <a:cubicBezTo>
                  <a:pt x="39428" y="0"/>
                  <a:pt x="50800" y="11372"/>
                  <a:pt x="50800" y="25400"/>
                </a:cubicBezTo>
                <a:lnTo>
                  <a:pt x="50800" y="1397000"/>
                </a:lnTo>
                <a:cubicBezTo>
                  <a:pt x="50800" y="1411028"/>
                  <a:pt x="39428" y="1422400"/>
                  <a:pt x="25400" y="1422400"/>
                </a:cubicBezTo>
                <a:lnTo>
                  <a:pt x="25400" y="1422400"/>
                </a:lnTo>
                <a:cubicBezTo>
                  <a:pt x="11372" y="1422400"/>
                  <a:pt x="0" y="1411028"/>
                  <a:pt x="0" y="13970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762000" y="1524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endParaRPr lang="zh-CN" altLang="en-US"/>
          </a:p>
        </p:txBody>
      </p:sp>
      <p:sp>
        <p:nvSpPr>
          <p:cNvPr id="15" name="文本占位符 14"/>
          <p:cNvSpPr>
            <a:spLocks noGrp="1"/>
          </p:cNvSpPr>
          <p:nvPr>
            <p:ph type="body" idx="16387" hasCustomPrompt="1"/>
            <p:custDataLst>
              <p:tags r:id="rId9"/>
            </p:custDataLst>
          </p:nvPr>
        </p:nvSpPr>
        <p:spPr>
          <a:xfrm>
            <a:off x="762000" y="2032000"/>
            <a:ext cx="5029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endParaRPr lang="zh-CN" altLang="en-US"/>
          </a:p>
        </p:txBody>
      </p:sp>
      <p:sp>
        <p:nvSpPr>
          <p:cNvPr id="16" name="装饰  5"/>
          <p:cNvSpPr>
            <a:spLocks noGrp="1"/>
          </p:cNvSpPr>
          <p:nvPr>
            <p:ph type="body" idx="16392" hasCustomPrompt="1"/>
            <p:custDataLst>
              <p:tags r:id="rId10"/>
            </p:custDataLst>
          </p:nvPr>
        </p:nvSpPr>
        <p:spPr>
          <a:xfrm>
            <a:off x="6400800" y="1524000"/>
            <a:ext cx="50800" cy="1422400"/>
          </a:xfrm>
          <a:custGeom>
            <a:avLst/>
            <a:gdLst>
              <a:gd name="connisteX0" fmla="*/ 0 w 50800"/>
              <a:gd name="connsiteY0" fmla="*/ 25400 h 1422400"/>
              <a:gd name="connisteX1" fmla="*/ 25400 w 50800"/>
              <a:gd name="connsiteY1" fmla="*/ 0 h 1422400"/>
              <a:gd name="connisteX2" fmla="*/ 25400 w 50800"/>
              <a:gd name="connsiteY2" fmla="*/ 0 h 1422400"/>
              <a:gd name="connisteX3" fmla="*/ 50800 w 50800"/>
              <a:gd name="connsiteY3" fmla="*/ 25400 h 1422400"/>
              <a:gd name="connisteX4" fmla="*/ 50800 w 50800"/>
              <a:gd name="connsiteY4" fmla="*/ 1397000 h 1422400"/>
              <a:gd name="connisteX5" fmla="*/ 25400 w 50800"/>
              <a:gd name="connsiteY5" fmla="*/ 1422400 h 1422400"/>
              <a:gd name="connisteX6" fmla="*/ 25400 w 50800"/>
              <a:gd name="connsiteY6" fmla="*/ 1422400 h 1422400"/>
              <a:gd name="connisteX7" fmla="*/ 0 w 50800"/>
              <a:gd name="connsiteY7" fmla="*/ 1397000 h 1422400"/>
              <a:gd name="connisteX8" fmla="*/ 0 w 50800"/>
              <a:gd name="connsiteY8" fmla="*/ 25400 h 142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422400">
                <a:moveTo>
                  <a:pt x="0" y="25400"/>
                </a:moveTo>
                <a:cubicBezTo>
                  <a:pt x="0" y="11372"/>
                  <a:pt x="11372" y="0"/>
                  <a:pt x="25400" y="0"/>
                </a:cubicBezTo>
                <a:lnTo>
                  <a:pt x="25400" y="0"/>
                </a:lnTo>
                <a:cubicBezTo>
                  <a:pt x="39428" y="0"/>
                  <a:pt x="50800" y="11372"/>
                  <a:pt x="50800" y="25400"/>
                </a:cubicBezTo>
                <a:lnTo>
                  <a:pt x="50800" y="1397000"/>
                </a:lnTo>
                <a:cubicBezTo>
                  <a:pt x="50800" y="1411028"/>
                  <a:pt x="39428" y="1422400"/>
                  <a:pt x="25400" y="1422400"/>
                </a:cubicBezTo>
                <a:lnTo>
                  <a:pt x="25400" y="1422400"/>
                </a:lnTo>
                <a:cubicBezTo>
                  <a:pt x="11372" y="1422400"/>
                  <a:pt x="0" y="1411028"/>
                  <a:pt x="0" y="13970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17" name="文本占位符 16"/>
          <p:cNvSpPr>
            <a:spLocks noGrp="1"/>
          </p:cNvSpPr>
          <p:nvPr>
            <p:ph type="body" idx="16388" hasCustomPrompt="1"/>
            <p:custDataLst>
              <p:tags r:id="rId11"/>
            </p:custDataLst>
          </p:nvPr>
        </p:nvSpPr>
        <p:spPr>
          <a:xfrm>
            <a:off x="6553200" y="1524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endParaRPr lang="zh-CN" altLang="en-US"/>
          </a:p>
        </p:txBody>
      </p:sp>
      <p:sp>
        <p:nvSpPr>
          <p:cNvPr id="18" name="文本占位符 17"/>
          <p:cNvSpPr>
            <a:spLocks noGrp="1"/>
          </p:cNvSpPr>
          <p:nvPr>
            <p:ph type="body" idx="16389" hasCustomPrompt="1"/>
            <p:custDataLst>
              <p:tags r:id="rId12"/>
            </p:custDataLst>
          </p:nvPr>
        </p:nvSpPr>
        <p:spPr>
          <a:xfrm>
            <a:off x="6553200" y="2032000"/>
            <a:ext cx="5029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正文页-2_16">
    <p:bg>
      <p:bgRef idx="1001">
        <a:schemeClr val="bg2"/>
      </p:bgRef>
    </p:bg>
    <p:spTree>
      <p:nvGrpSpPr>
        <p:cNvPr id="1" name=""/>
        <p:cNvGrpSpPr/>
        <p:nvPr/>
      </p:nvGrpSpPr>
      <p:grpSpPr>
        <a:xfrm>
          <a:off x="0" y="0"/>
          <a:ext cx="0" cy="0"/>
          <a:chOff x="0" y="0"/>
          <a:chExt cx="0" cy="0"/>
        </a:xfrm>
      </p:grpSpPr>
      <p:sp>
        <p:nvSpPr>
          <p:cNvPr id="6" name="日期占位符 5"/>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a:xfrm>
            <a:off x="4116000" y="6314400"/>
            <a:ext cx="3960000" cy="316800"/>
          </a:xfrm>
        </p:spPr>
        <p:txBody>
          <a:bodyPr/>
          <a:lstStyle/>
          <a:p>
            <a:endParaRPr lang="zh-CN" altLang="en-US" dirty="0"/>
          </a:p>
        </p:txBody>
      </p:sp>
      <p:sp>
        <p:nvSpPr>
          <p:cNvPr id="10" name="灯片编号占位符 9"/>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endParaRPr lang="zh-CN" altLang="en-US"/>
          </a:p>
        </p:txBody>
      </p:sp>
      <p:sp>
        <p:nvSpPr>
          <p:cNvPr id="12" name="装饰  1"/>
          <p:cNvSpPr>
            <a:spLocks noGrp="1"/>
          </p:cNvSpPr>
          <p:nvPr>
            <p:ph type="body" idx="16392" hasCustomPrompt="1"/>
            <p:custDataLst>
              <p:tags r:id="rId6"/>
            </p:custDataLst>
          </p:nvPr>
        </p:nvSpPr>
        <p:spPr>
          <a:xfrm>
            <a:off x="609600" y="3860800"/>
            <a:ext cx="3454400" cy="2387600"/>
          </a:xfrm>
          <a:custGeom>
            <a:avLst/>
            <a:gdLst>
              <a:gd name="connisteX0" fmla="*/ 0 w 3454400"/>
              <a:gd name="connsiteY0" fmla="*/ 0 h 2387600"/>
              <a:gd name="connisteX1" fmla="*/ 3454400 w 3454400"/>
              <a:gd name="connsiteY1" fmla="*/ 0 h 2387600"/>
              <a:gd name="connisteX2" fmla="*/ 3454400 w 3454400"/>
              <a:gd name="connsiteY2" fmla="*/ 2184400 h 2387600"/>
              <a:gd name="connisteX3" fmla="*/ 3251200 w 3454400"/>
              <a:gd name="connsiteY3" fmla="*/ 2387600 h 2387600"/>
              <a:gd name="connisteX4" fmla="*/ 203200 w 3454400"/>
              <a:gd name="connsiteY4" fmla="*/ 2387600 h 2387600"/>
              <a:gd name="connisteX5" fmla="*/ 0 w 3454400"/>
              <a:gd name="connsiteY5" fmla="*/ 2184400 h 2387600"/>
              <a:gd name="connisteX6" fmla="*/ 0 w 3454400"/>
              <a:gd name="connsiteY6" fmla="*/ 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87600">
                <a:moveTo>
                  <a:pt x="0" y="0"/>
                </a:moveTo>
                <a:lnTo>
                  <a:pt x="3454400" y="0"/>
                </a:lnTo>
                <a:lnTo>
                  <a:pt x="3454400" y="2184400"/>
                </a:lnTo>
                <a:cubicBezTo>
                  <a:pt x="3454400" y="2296624"/>
                  <a:pt x="3363424" y="2387600"/>
                  <a:pt x="3251200" y="2387600"/>
                </a:cubicBezTo>
                <a:lnTo>
                  <a:pt x="203200" y="2387600"/>
                </a:lnTo>
                <a:cubicBezTo>
                  <a:pt x="90976" y="2387600"/>
                  <a:pt x="0" y="2296624"/>
                  <a:pt x="0" y="2184400"/>
                </a:cubicBezTo>
                <a:lnTo>
                  <a:pt x="0" y="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13" name="图片占位符 12"/>
          <p:cNvSpPr>
            <a:spLocks noGrp="1"/>
          </p:cNvSpPr>
          <p:nvPr>
            <p:ph type="pic" idx="16393" hasCustomPrompt="1"/>
            <p:custDataLst>
              <p:tags r:id="rId7"/>
            </p:custDataLst>
          </p:nvPr>
        </p:nvSpPr>
        <p:spPr>
          <a:xfrm>
            <a:off x="609600" y="1524000"/>
            <a:ext cx="3454400" cy="2336800"/>
          </a:xfrm>
          <a:custGeom>
            <a:avLst/>
            <a:gdLst>
              <a:gd name="connisteX0" fmla="*/ 0 w 3454400"/>
              <a:gd name="connsiteY0" fmla="*/ 203200 h 2336800"/>
              <a:gd name="connisteX1" fmla="*/ 203200 w 3454400"/>
              <a:gd name="connsiteY1" fmla="*/ 0 h 2336800"/>
              <a:gd name="connisteX2" fmla="*/ 3251200 w 3454400"/>
              <a:gd name="connsiteY2" fmla="*/ 0 h 2336800"/>
              <a:gd name="connisteX3" fmla="*/ 3454400 w 3454400"/>
              <a:gd name="connsiteY3" fmla="*/ 203200 h 2336800"/>
              <a:gd name="connisteX4" fmla="*/ 3454400 w 3454400"/>
              <a:gd name="connsiteY4" fmla="*/ 2336800 h 2336800"/>
              <a:gd name="connisteX5" fmla="*/ 0 w 3454400"/>
              <a:gd name="connsiteY5" fmla="*/ 2336800 h 2336800"/>
              <a:gd name="connisteX6" fmla="*/ 0 w 3454400"/>
              <a:gd name="connsiteY6"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36800">
                <a:moveTo>
                  <a:pt x="0" y="203200"/>
                </a:moveTo>
                <a:cubicBezTo>
                  <a:pt x="0" y="90976"/>
                  <a:pt x="90976" y="0"/>
                  <a:pt x="203200" y="0"/>
                </a:cubicBezTo>
                <a:lnTo>
                  <a:pt x="3251200" y="0"/>
                </a:lnTo>
                <a:cubicBezTo>
                  <a:pt x="3363424" y="0"/>
                  <a:pt x="3454400" y="90976"/>
                  <a:pt x="3454400" y="203200"/>
                </a:cubicBezTo>
                <a:lnTo>
                  <a:pt x="3454400" y="2336800"/>
                </a:lnTo>
                <a:lnTo>
                  <a:pt x="0" y="23368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914400" y="41656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endParaRPr lang="zh-CN" altLang="en-US"/>
          </a:p>
        </p:txBody>
      </p:sp>
      <p:sp>
        <p:nvSpPr>
          <p:cNvPr id="15" name="文本占位符 14"/>
          <p:cNvSpPr>
            <a:spLocks noGrp="1"/>
          </p:cNvSpPr>
          <p:nvPr>
            <p:ph type="body" idx="16387" hasCustomPrompt="1"/>
            <p:custDataLst>
              <p:tags r:id="rId9"/>
            </p:custDataLst>
          </p:nvPr>
        </p:nvSpPr>
        <p:spPr>
          <a:xfrm>
            <a:off x="914400" y="47244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endParaRPr lang="zh-CN" altLang="en-US"/>
          </a:p>
        </p:txBody>
      </p:sp>
      <p:sp>
        <p:nvSpPr>
          <p:cNvPr id="16" name="装饰  5"/>
          <p:cNvSpPr>
            <a:spLocks noGrp="1"/>
          </p:cNvSpPr>
          <p:nvPr>
            <p:ph type="body" idx="16394" hasCustomPrompt="1"/>
            <p:custDataLst>
              <p:tags r:id="rId10"/>
            </p:custDataLst>
          </p:nvPr>
        </p:nvSpPr>
        <p:spPr>
          <a:xfrm>
            <a:off x="4368800" y="3860800"/>
            <a:ext cx="3454400" cy="2387600"/>
          </a:xfrm>
          <a:custGeom>
            <a:avLst/>
            <a:gdLst>
              <a:gd name="connisteX0" fmla="*/ 0 w 3454400"/>
              <a:gd name="connsiteY0" fmla="*/ 0 h 2387600"/>
              <a:gd name="connisteX1" fmla="*/ 3454400 w 3454400"/>
              <a:gd name="connsiteY1" fmla="*/ 0 h 2387600"/>
              <a:gd name="connisteX2" fmla="*/ 3454400 w 3454400"/>
              <a:gd name="connsiteY2" fmla="*/ 2184400 h 2387600"/>
              <a:gd name="connisteX3" fmla="*/ 3251200 w 3454400"/>
              <a:gd name="connsiteY3" fmla="*/ 2387600 h 2387600"/>
              <a:gd name="connisteX4" fmla="*/ 203200 w 3454400"/>
              <a:gd name="connsiteY4" fmla="*/ 2387600 h 2387600"/>
              <a:gd name="connisteX5" fmla="*/ 0 w 3454400"/>
              <a:gd name="connsiteY5" fmla="*/ 2184400 h 2387600"/>
              <a:gd name="connisteX6" fmla="*/ 0 w 3454400"/>
              <a:gd name="connsiteY6" fmla="*/ 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87600">
                <a:moveTo>
                  <a:pt x="0" y="0"/>
                </a:moveTo>
                <a:lnTo>
                  <a:pt x="3454400" y="0"/>
                </a:lnTo>
                <a:lnTo>
                  <a:pt x="3454400" y="2184400"/>
                </a:lnTo>
                <a:cubicBezTo>
                  <a:pt x="3454400" y="2296624"/>
                  <a:pt x="3363424" y="2387600"/>
                  <a:pt x="3251200" y="2387600"/>
                </a:cubicBezTo>
                <a:lnTo>
                  <a:pt x="203200" y="2387600"/>
                </a:lnTo>
                <a:cubicBezTo>
                  <a:pt x="90976" y="2387600"/>
                  <a:pt x="0" y="2296624"/>
                  <a:pt x="0" y="2184400"/>
                </a:cubicBezTo>
                <a:lnTo>
                  <a:pt x="0" y="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17" name="图片占位符 16"/>
          <p:cNvSpPr>
            <a:spLocks noGrp="1"/>
          </p:cNvSpPr>
          <p:nvPr>
            <p:ph type="pic" idx="16395" hasCustomPrompt="1"/>
            <p:custDataLst>
              <p:tags r:id="rId11"/>
            </p:custDataLst>
          </p:nvPr>
        </p:nvSpPr>
        <p:spPr>
          <a:xfrm>
            <a:off x="4368800" y="1524000"/>
            <a:ext cx="3454400" cy="2336800"/>
          </a:xfrm>
          <a:custGeom>
            <a:avLst/>
            <a:gdLst>
              <a:gd name="connisteX0" fmla="*/ 0 w 3454400"/>
              <a:gd name="connsiteY0" fmla="*/ 203200 h 2336800"/>
              <a:gd name="connisteX1" fmla="*/ 203200 w 3454400"/>
              <a:gd name="connsiteY1" fmla="*/ 0 h 2336800"/>
              <a:gd name="connisteX2" fmla="*/ 3251200 w 3454400"/>
              <a:gd name="connsiteY2" fmla="*/ 0 h 2336800"/>
              <a:gd name="connisteX3" fmla="*/ 3454400 w 3454400"/>
              <a:gd name="connsiteY3" fmla="*/ 203200 h 2336800"/>
              <a:gd name="connisteX4" fmla="*/ 3454400 w 3454400"/>
              <a:gd name="connsiteY4" fmla="*/ 2336800 h 2336800"/>
              <a:gd name="connisteX5" fmla="*/ 0 w 3454400"/>
              <a:gd name="connsiteY5" fmla="*/ 2336800 h 2336800"/>
              <a:gd name="connisteX6" fmla="*/ 0 w 3454400"/>
              <a:gd name="connsiteY6"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36800">
                <a:moveTo>
                  <a:pt x="0" y="203200"/>
                </a:moveTo>
                <a:cubicBezTo>
                  <a:pt x="0" y="90976"/>
                  <a:pt x="90976" y="0"/>
                  <a:pt x="203200" y="0"/>
                </a:cubicBezTo>
                <a:lnTo>
                  <a:pt x="3251200" y="0"/>
                </a:lnTo>
                <a:cubicBezTo>
                  <a:pt x="3363424" y="0"/>
                  <a:pt x="3454400" y="90976"/>
                  <a:pt x="3454400" y="203200"/>
                </a:cubicBezTo>
                <a:lnTo>
                  <a:pt x="3454400" y="2336800"/>
                </a:lnTo>
                <a:lnTo>
                  <a:pt x="0" y="23368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4673600" y="41656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项标题</a:t>
            </a:r>
            <a:endParaRPr lang="zh-CN" altLang="en-US"/>
          </a:p>
        </p:txBody>
      </p:sp>
      <p:sp>
        <p:nvSpPr>
          <p:cNvPr id="19" name="文本占位符 18"/>
          <p:cNvSpPr>
            <a:spLocks noGrp="1"/>
          </p:cNvSpPr>
          <p:nvPr>
            <p:ph type="body" idx="16389" hasCustomPrompt="1"/>
            <p:custDataLst>
              <p:tags r:id="rId13"/>
            </p:custDataLst>
          </p:nvPr>
        </p:nvSpPr>
        <p:spPr>
          <a:xfrm>
            <a:off x="4673600" y="47244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endParaRPr lang="zh-CN" altLang="en-US"/>
          </a:p>
        </p:txBody>
      </p:sp>
      <p:sp>
        <p:nvSpPr>
          <p:cNvPr id="20" name="装饰  9"/>
          <p:cNvSpPr>
            <a:spLocks noGrp="1"/>
          </p:cNvSpPr>
          <p:nvPr>
            <p:ph type="body" idx="16396" hasCustomPrompt="1"/>
            <p:custDataLst>
              <p:tags r:id="rId14"/>
            </p:custDataLst>
          </p:nvPr>
        </p:nvSpPr>
        <p:spPr>
          <a:xfrm>
            <a:off x="8128000" y="3860800"/>
            <a:ext cx="3454400" cy="2387600"/>
          </a:xfrm>
          <a:custGeom>
            <a:avLst/>
            <a:gdLst>
              <a:gd name="connisteX0" fmla="*/ 0 w 3454400"/>
              <a:gd name="connsiteY0" fmla="*/ 0 h 2387600"/>
              <a:gd name="connisteX1" fmla="*/ 3454400 w 3454400"/>
              <a:gd name="connsiteY1" fmla="*/ 0 h 2387600"/>
              <a:gd name="connisteX2" fmla="*/ 3454400 w 3454400"/>
              <a:gd name="connsiteY2" fmla="*/ 2184400 h 2387600"/>
              <a:gd name="connisteX3" fmla="*/ 3251200 w 3454400"/>
              <a:gd name="connsiteY3" fmla="*/ 2387600 h 2387600"/>
              <a:gd name="connisteX4" fmla="*/ 203200 w 3454400"/>
              <a:gd name="connsiteY4" fmla="*/ 2387600 h 2387600"/>
              <a:gd name="connisteX5" fmla="*/ 0 w 3454400"/>
              <a:gd name="connsiteY5" fmla="*/ 2184400 h 2387600"/>
              <a:gd name="connisteX6" fmla="*/ 0 w 3454400"/>
              <a:gd name="connsiteY6" fmla="*/ 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87600">
                <a:moveTo>
                  <a:pt x="0" y="0"/>
                </a:moveTo>
                <a:lnTo>
                  <a:pt x="3454400" y="0"/>
                </a:lnTo>
                <a:lnTo>
                  <a:pt x="3454400" y="2184400"/>
                </a:lnTo>
                <a:cubicBezTo>
                  <a:pt x="3454400" y="2296624"/>
                  <a:pt x="3363424" y="2387600"/>
                  <a:pt x="3251200" y="2387600"/>
                </a:cubicBezTo>
                <a:lnTo>
                  <a:pt x="203200" y="2387600"/>
                </a:lnTo>
                <a:cubicBezTo>
                  <a:pt x="90976" y="2387600"/>
                  <a:pt x="0" y="2296624"/>
                  <a:pt x="0" y="2184400"/>
                </a:cubicBezTo>
                <a:lnTo>
                  <a:pt x="0" y="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21" name="图片占位符 20"/>
          <p:cNvSpPr>
            <a:spLocks noGrp="1"/>
          </p:cNvSpPr>
          <p:nvPr>
            <p:ph type="pic" idx="16397" hasCustomPrompt="1"/>
            <p:custDataLst>
              <p:tags r:id="rId15"/>
            </p:custDataLst>
          </p:nvPr>
        </p:nvSpPr>
        <p:spPr>
          <a:xfrm>
            <a:off x="8128000" y="1524000"/>
            <a:ext cx="3454400" cy="2336800"/>
          </a:xfrm>
          <a:custGeom>
            <a:avLst/>
            <a:gdLst>
              <a:gd name="connisteX0" fmla="*/ 0 w 3454400"/>
              <a:gd name="connsiteY0" fmla="*/ 203200 h 2336800"/>
              <a:gd name="connisteX1" fmla="*/ 203200 w 3454400"/>
              <a:gd name="connsiteY1" fmla="*/ 0 h 2336800"/>
              <a:gd name="connisteX2" fmla="*/ 3251200 w 3454400"/>
              <a:gd name="connsiteY2" fmla="*/ 0 h 2336800"/>
              <a:gd name="connisteX3" fmla="*/ 3454400 w 3454400"/>
              <a:gd name="connsiteY3" fmla="*/ 203200 h 2336800"/>
              <a:gd name="connisteX4" fmla="*/ 3454400 w 3454400"/>
              <a:gd name="connsiteY4" fmla="*/ 2336800 h 2336800"/>
              <a:gd name="connisteX5" fmla="*/ 0 w 3454400"/>
              <a:gd name="connsiteY5" fmla="*/ 2336800 h 2336800"/>
              <a:gd name="connisteX6" fmla="*/ 0 w 3454400"/>
              <a:gd name="connsiteY6" fmla="*/ 2032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336800">
                <a:moveTo>
                  <a:pt x="0" y="203200"/>
                </a:moveTo>
                <a:cubicBezTo>
                  <a:pt x="0" y="90976"/>
                  <a:pt x="90976" y="0"/>
                  <a:pt x="203200" y="0"/>
                </a:cubicBezTo>
                <a:lnTo>
                  <a:pt x="3251200" y="0"/>
                </a:lnTo>
                <a:cubicBezTo>
                  <a:pt x="3363424" y="0"/>
                  <a:pt x="3454400" y="90976"/>
                  <a:pt x="3454400" y="203200"/>
                </a:cubicBezTo>
                <a:lnTo>
                  <a:pt x="3454400" y="2336800"/>
                </a:lnTo>
                <a:lnTo>
                  <a:pt x="0" y="23368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文本占位符 21"/>
          <p:cNvSpPr>
            <a:spLocks noGrp="1"/>
          </p:cNvSpPr>
          <p:nvPr>
            <p:ph type="body" idx="16390" hasCustomPrompt="1"/>
            <p:custDataLst>
              <p:tags r:id="rId16"/>
            </p:custDataLst>
          </p:nvPr>
        </p:nvSpPr>
        <p:spPr>
          <a:xfrm>
            <a:off x="8432800" y="41656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endParaRPr lang="zh-CN" altLang="en-US"/>
          </a:p>
        </p:txBody>
      </p:sp>
      <p:sp>
        <p:nvSpPr>
          <p:cNvPr id="23" name="文本占位符 22"/>
          <p:cNvSpPr>
            <a:spLocks noGrp="1"/>
          </p:cNvSpPr>
          <p:nvPr>
            <p:ph type="body" idx="16391" hasCustomPrompt="1"/>
            <p:custDataLst>
              <p:tags r:id="rId17"/>
            </p:custDataLst>
          </p:nvPr>
        </p:nvSpPr>
        <p:spPr>
          <a:xfrm>
            <a:off x="8432800" y="47244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上左标下左内后右背景-有背景-有间隙-1">
    <p:bg>
      <p:bgRef idx="1001">
        <a:schemeClr val="bg2"/>
      </p:bgRef>
    </p:bg>
    <p:spTree>
      <p:nvGrpSpPr>
        <p:cNvPr id="1" name=""/>
        <p:cNvGrpSpPr/>
        <p:nvPr/>
      </p:nvGrpSpPr>
      <p:grpSpPr>
        <a:xfrm>
          <a:off x="0" y="0"/>
          <a:ext cx="0" cy="0"/>
          <a:chOff x="0" y="0"/>
          <a:chExt cx="0" cy="0"/>
        </a:xfrm>
      </p:grpSpPr>
      <p:sp>
        <p:nvSpPr>
          <p:cNvPr id="2" name="图片占位符 1"/>
          <p:cNvSpPr>
            <a:spLocks noGrp="1"/>
          </p:cNvSpPr>
          <p:nvPr>
            <p:ph type="pic" idx="10"/>
            <p:custDataLst>
              <p:tags r:id="rId2"/>
            </p:custDataLst>
          </p:nvPr>
        </p:nvSpPr>
        <p:spPr>
          <a:xfrm>
            <a:off x="4267200" y="0"/>
            <a:ext cx="7924800" cy="6858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endParaRPr lang="zh-CN" altLang="en-US"/>
          </a:p>
        </p:txBody>
      </p:sp>
      <p:sp>
        <p:nvSpPr>
          <p:cNvPr id="3" name="标题 2"/>
          <p:cNvSpPr>
            <a:spLocks noGrp="1"/>
          </p:cNvSpPr>
          <p:nvPr>
            <p:ph type="title" idx="11" hasCustomPrompt="1"/>
            <p:custDataLst>
              <p:tags r:id="rId3"/>
            </p:custDataLst>
          </p:nvPr>
        </p:nvSpPr>
        <p:spPr>
          <a:xfrm>
            <a:off x="609600" y="482505"/>
            <a:ext cx="5257800" cy="711100"/>
          </a:xfrm>
        </p:spPr>
        <p:txBody>
          <a:bodyPr wrap="square" lIns="0" tIns="0" rIns="0" bIns="0" anchor="t">
            <a:noAutofit/>
          </a:bodyPr>
          <a:lstStyle>
            <a:lvl1pPr algn="l">
              <a:lnSpc>
                <a:spcPct val="110000"/>
              </a:lnSpc>
              <a:defRPr sz="3600" b="1" i="0">
                <a:solidFill>
                  <a:schemeClr val="tx1"/>
                </a:solidFill>
                <a:latin typeface="微软雅黑" panose="020B0503020204020204" charset="-122"/>
                <a:ea typeface="微软雅黑" panose="020B0503020204020204" charset="-122"/>
              </a:defRPr>
            </a:lvl1pPr>
          </a:lstStyle>
          <a:p>
            <a:r>
              <a:t>单击此处添加标题</a:t>
            </a:r>
          </a:p>
        </p:txBody>
      </p:sp>
      <p:sp>
        <p:nvSpPr>
          <p:cNvPr id="4" name="内容占位符 3"/>
          <p:cNvSpPr>
            <a:spLocks noGrp="1"/>
          </p:cNvSpPr>
          <p:nvPr>
            <p:ph idx="12" hasCustomPrompt="1"/>
            <p:custDataLst>
              <p:tags r:id="rId4"/>
            </p:custDataLst>
          </p:nvPr>
        </p:nvSpPr>
        <p:spPr>
          <a:xfrm>
            <a:off x="609600" y="1523711"/>
            <a:ext cx="5257800" cy="4724695"/>
          </a:xfrm>
        </p:spPr>
        <p:txBody>
          <a:bodyPr wrap="square" lIns="0" tIns="0" rIns="0" bIns="0" anchor="t">
            <a:noAutofit/>
          </a:bodyPr>
          <a:lstStyle>
            <a:lvl1pPr marL="0" indent="0" algn="l">
              <a:buNone/>
              <a:defRPr sz="1200" b="0" i="0">
                <a:solidFill>
                  <a:srgbClr val="FFFFFF"/>
                </a:solidFill>
                <a:latin typeface="微软雅黑" panose="020B0503020204020204" charset="-122"/>
                <a:ea typeface="微软雅黑" panose="020B0503020204020204" charset="-122"/>
              </a:defRPr>
            </a:lvl1pPr>
          </a:lstStyle>
          <a:p>
            <a:pPr lvl="0"/>
            <a:r>
              <a:rPr lang="zh-CN" altLang="en-US"/>
              <a:t>单击此处添加文本</a:t>
            </a:r>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正文页-6_81">
    <p:bg>
      <p:bgRef idx="1001">
        <a:schemeClr val="bg2"/>
      </p:bgRef>
    </p:bg>
    <p:spTree>
      <p:nvGrpSpPr>
        <p:cNvPr id="1" name=""/>
        <p:cNvGrpSpPr/>
        <p:nvPr/>
      </p:nvGrpSpPr>
      <p:grpSpPr>
        <a:xfrm>
          <a:off x="0" y="0"/>
          <a:ext cx="0" cy="0"/>
          <a:chOff x="0" y="0"/>
          <a:chExt cx="0" cy="0"/>
        </a:xfrm>
      </p:grpSpPr>
      <p:sp>
        <p:nvSpPr>
          <p:cNvPr id="6" name="日期占位符 5"/>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a:xfrm>
            <a:off x="4116000" y="6314400"/>
            <a:ext cx="3960000" cy="316800"/>
          </a:xfrm>
        </p:spPr>
        <p:txBody>
          <a:bodyPr/>
          <a:lstStyle/>
          <a:p>
            <a:endParaRPr lang="zh-CN" altLang="en-US" dirty="0"/>
          </a:p>
        </p:txBody>
      </p:sp>
      <p:sp>
        <p:nvSpPr>
          <p:cNvPr id="10" name="灯片编号占位符 9"/>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
        <p:nvSpPr>
          <p:cNvPr id="11" name="标题 10"/>
          <p:cNvSpPr>
            <a:spLocks noGrp="1"/>
          </p:cNvSpPr>
          <p:nvPr>
            <p:ph type="ctrTitle" idx="16385" hasCustomPrompt="1"/>
            <p:custDataLst>
              <p:tags r:id="rId5"/>
            </p:custDataLst>
          </p:nvPr>
        </p:nvSpPr>
        <p:spPr>
          <a:xfrm>
            <a:off x="609600" y="533400"/>
            <a:ext cx="4876800" cy="12192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endParaRPr lang="zh-CN" altLang="en-US"/>
          </a:p>
        </p:txBody>
      </p:sp>
      <p:sp>
        <p:nvSpPr>
          <p:cNvPr id="12" name="内容占位符 11"/>
          <p:cNvSpPr>
            <a:spLocks noGrp="1"/>
          </p:cNvSpPr>
          <p:nvPr>
            <p:ph idx="16392" hasCustomPrompt="1"/>
            <p:custDataLst>
              <p:tags r:id="rId6"/>
            </p:custDataLst>
          </p:nvPr>
        </p:nvSpPr>
        <p:spPr>
          <a:xfrm>
            <a:off x="6096000" y="609600"/>
            <a:ext cx="5486400" cy="5638800"/>
          </a:xfrm>
          <a:custGeom>
            <a:avLst/>
            <a:gdLst>
              <a:gd name="connisteX0" fmla="*/ 0 w 5486400"/>
              <a:gd name="connsiteY0" fmla="*/ 0 h 5638800"/>
              <a:gd name="connisteX1" fmla="*/ 5486400 w 5486400"/>
              <a:gd name="connsiteY1" fmla="*/ 0 h 5638800"/>
              <a:gd name="connisteX2" fmla="*/ 5486400 w 5486400"/>
              <a:gd name="connsiteY2" fmla="*/ 5638800 h 5638800"/>
              <a:gd name="connisteX3" fmla="*/ 0 w 5486400"/>
              <a:gd name="connsiteY3" fmla="*/ 5638800 h 5638800"/>
              <a:gd name="connisteX4" fmla="*/ 0 w 5486400"/>
              <a:gd name="connsiteY4" fmla="*/ 0 h 5638800"/>
            </a:gdLst>
            <a:ahLst/>
            <a:cxnLst>
              <a:cxn ang="0">
                <a:pos x="connisteX0" y="connsiteY0"/>
              </a:cxn>
              <a:cxn ang="0">
                <a:pos x="connisteX1" y="connsiteY1"/>
              </a:cxn>
              <a:cxn ang="0">
                <a:pos x="connisteX2" y="connsiteY2"/>
              </a:cxn>
              <a:cxn ang="0">
                <a:pos x="connisteX3" y="connsiteY3"/>
              </a:cxn>
              <a:cxn ang="0">
                <a:pos x="connisteX4" y="connsiteY4"/>
              </a:cxn>
            </a:cxnLst>
            <a:rect l="0" t="0" r="0" b="0"/>
            <a:pathLst>
              <a:path w="5486400" h="5638800">
                <a:moveTo>
                  <a:pt x="0" y="0"/>
                </a:moveTo>
                <a:lnTo>
                  <a:pt x="5486400" y="0"/>
                </a:lnTo>
                <a:lnTo>
                  <a:pt x="5486400" y="5638800"/>
                </a:lnTo>
                <a:lnTo>
                  <a:pt x="0" y="5638800"/>
                </a:lnTo>
                <a:lnTo>
                  <a:pt x="0" y="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13" name="装饰  2"/>
          <p:cNvSpPr>
            <a:spLocks noGrp="1"/>
          </p:cNvSpPr>
          <p:nvPr>
            <p:ph type="body" idx="16393" hasCustomPrompt="1"/>
            <p:custDataLst>
              <p:tags r:id="rId7"/>
            </p:custDataLst>
          </p:nvPr>
        </p:nvSpPr>
        <p:spPr>
          <a:xfrm>
            <a:off x="609600" y="22860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762000" y="22860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endParaRPr lang="zh-CN" altLang="en-US"/>
          </a:p>
        </p:txBody>
      </p:sp>
      <p:sp>
        <p:nvSpPr>
          <p:cNvPr id="15" name="文本占位符 14"/>
          <p:cNvSpPr>
            <a:spLocks noGrp="1"/>
          </p:cNvSpPr>
          <p:nvPr>
            <p:ph type="body" idx="16387" hasCustomPrompt="1"/>
            <p:custDataLst>
              <p:tags r:id="rId9"/>
            </p:custDataLst>
          </p:nvPr>
        </p:nvSpPr>
        <p:spPr>
          <a:xfrm>
            <a:off x="762000" y="2794000"/>
            <a:ext cx="472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endParaRPr lang="zh-CN" altLang="en-US"/>
          </a:p>
        </p:txBody>
      </p:sp>
      <p:sp>
        <p:nvSpPr>
          <p:cNvPr id="16" name="装饰  5"/>
          <p:cNvSpPr>
            <a:spLocks noGrp="1"/>
          </p:cNvSpPr>
          <p:nvPr>
            <p:ph type="body" idx="16394" hasCustomPrompt="1"/>
            <p:custDataLst>
              <p:tags r:id="rId10"/>
            </p:custDataLst>
          </p:nvPr>
        </p:nvSpPr>
        <p:spPr>
          <a:xfrm>
            <a:off x="609600" y="37084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17" name="文本占位符 16"/>
          <p:cNvSpPr>
            <a:spLocks noGrp="1"/>
          </p:cNvSpPr>
          <p:nvPr>
            <p:ph type="body" idx="16388" hasCustomPrompt="1"/>
            <p:custDataLst>
              <p:tags r:id="rId11"/>
            </p:custDataLst>
          </p:nvPr>
        </p:nvSpPr>
        <p:spPr>
          <a:xfrm>
            <a:off x="762000" y="37084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endParaRPr lang="zh-CN" altLang="en-US"/>
          </a:p>
        </p:txBody>
      </p:sp>
      <p:sp>
        <p:nvSpPr>
          <p:cNvPr id="18" name="文本占位符 17"/>
          <p:cNvSpPr>
            <a:spLocks noGrp="1"/>
          </p:cNvSpPr>
          <p:nvPr>
            <p:ph type="body" idx="16389" hasCustomPrompt="1"/>
            <p:custDataLst>
              <p:tags r:id="rId12"/>
            </p:custDataLst>
          </p:nvPr>
        </p:nvSpPr>
        <p:spPr>
          <a:xfrm>
            <a:off x="762000" y="4216400"/>
            <a:ext cx="472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endParaRPr lang="zh-CN" altLang="en-US"/>
          </a:p>
        </p:txBody>
      </p:sp>
      <p:sp>
        <p:nvSpPr>
          <p:cNvPr id="19" name="装饰  8"/>
          <p:cNvSpPr>
            <a:spLocks noGrp="1"/>
          </p:cNvSpPr>
          <p:nvPr>
            <p:ph type="body" idx="16395" hasCustomPrompt="1"/>
            <p:custDataLst>
              <p:tags r:id="rId13"/>
            </p:custDataLst>
          </p:nvPr>
        </p:nvSpPr>
        <p:spPr>
          <a:xfrm>
            <a:off x="609600" y="51308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20" name="文本占位符 19"/>
          <p:cNvSpPr>
            <a:spLocks noGrp="1"/>
          </p:cNvSpPr>
          <p:nvPr>
            <p:ph type="body" idx="16390" hasCustomPrompt="1"/>
            <p:custDataLst>
              <p:tags r:id="rId14"/>
            </p:custDataLst>
          </p:nvPr>
        </p:nvSpPr>
        <p:spPr>
          <a:xfrm>
            <a:off x="762000" y="51308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endParaRPr lang="zh-CN" altLang="en-US"/>
          </a:p>
        </p:txBody>
      </p:sp>
      <p:sp>
        <p:nvSpPr>
          <p:cNvPr id="21" name="文本占位符 20"/>
          <p:cNvSpPr>
            <a:spLocks noGrp="1"/>
          </p:cNvSpPr>
          <p:nvPr>
            <p:ph type="body" idx="16391" hasCustomPrompt="1"/>
            <p:custDataLst>
              <p:tags r:id="rId15"/>
            </p:custDataLst>
          </p:nvPr>
        </p:nvSpPr>
        <p:spPr>
          <a:xfrm>
            <a:off x="762000" y="5638800"/>
            <a:ext cx="472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正文页-63_10">
    <p:bg>
      <p:bgRef idx="1001">
        <a:schemeClr val="bg2"/>
      </p:bgRef>
    </p:bg>
    <p:spTree>
      <p:nvGrpSpPr>
        <p:cNvPr id="1" name=""/>
        <p:cNvGrpSpPr/>
        <p:nvPr/>
      </p:nvGrpSpPr>
      <p:grpSpPr>
        <a:xfrm>
          <a:off x="0" y="0"/>
          <a:ext cx="0" cy="0"/>
          <a:chOff x="0" y="0"/>
          <a:chExt cx="0" cy="0"/>
        </a:xfrm>
      </p:grpSpPr>
      <p:sp>
        <p:nvSpPr>
          <p:cNvPr id="6" name="日期占位符 5"/>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a:xfrm>
            <a:off x="4116000" y="6314400"/>
            <a:ext cx="3960000" cy="316800"/>
          </a:xfrm>
        </p:spPr>
        <p:txBody>
          <a:bodyPr/>
          <a:lstStyle/>
          <a:p>
            <a:endParaRPr lang="zh-CN" altLang="en-US" dirty="0"/>
          </a:p>
        </p:txBody>
      </p:sp>
      <p:sp>
        <p:nvSpPr>
          <p:cNvPr id="10" name="灯片编号占位符 9"/>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
        <p:nvSpPr>
          <p:cNvPr id="11" name="标题 10"/>
          <p:cNvSpPr>
            <a:spLocks noGrp="1"/>
          </p:cNvSpPr>
          <p:nvPr>
            <p:ph type="ctrTitle" idx="16385" hasCustomPrompt="1"/>
            <p:custDataLst>
              <p:tags r:id="rId5"/>
            </p:custDataLst>
          </p:nvPr>
        </p:nvSpPr>
        <p:spPr>
          <a:xfrm>
            <a:off x="609600" y="4394200"/>
            <a:ext cx="3429000" cy="12192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endParaRPr lang="zh-CN" altLang="en-US"/>
          </a:p>
        </p:txBody>
      </p:sp>
      <p:sp>
        <p:nvSpPr>
          <p:cNvPr id="12" name="内容占位符 11"/>
          <p:cNvSpPr>
            <a:spLocks noGrp="1"/>
          </p:cNvSpPr>
          <p:nvPr>
            <p:ph idx="16390" hasCustomPrompt="1"/>
            <p:custDataLst>
              <p:tags r:id="rId6"/>
            </p:custDataLst>
          </p:nvPr>
        </p:nvSpPr>
        <p:spPr>
          <a:xfrm>
            <a:off x="609600" y="609600"/>
            <a:ext cx="10972800" cy="3251200"/>
          </a:xfrm>
          <a:custGeom>
            <a:avLst/>
            <a:gdLst>
              <a:gd name="connisteX0" fmla="*/ 0 w 10972800"/>
              <a:gd name="connsiteY0" fmla="*/ 203200 h 3251200"/>
              <a:gd name="connisteX1" fmla="*/ 203200 w 10972800"/>
              <a:gd name="connsiteY1" fmla="*/ 0 h 3251200"/>
              <a:gd name="connisteX2" fmla="*/ 10769600 w 10972800"/>
              <a:gd name="connsiteY2" fmla="*/ 0 h 3251200"/>
              <a:gd name="connisteX3" fmla="*/ 10972800 w 10972800"/>
              <a:gd name="connsiteY3" fmla="*/ 203200 h 3251200"/>
              <a:gd name="connisteX4" fmla="*/ 10972800 w 10972800"/>
              <a:gd name="connsiteY4" fmla="*/ 3048000 h 3251200"/>
              <a:gd name="connisteX5" fmla="*/ 10769600 w 10972800"/>
              <a:gd name="connsiteY5" fmla="*/ 3251200 h 3251200"/>
              <a:gd name="connisteX6" fmla="*/ 203200 w 10972800"/>
              <a:gd name="connsiteY6" fmla="*/ 3251200 h 3251200"/>
              <a:gd name="connisteX7" fmla="*/ 0 w 10972800"/>
              <a:gd name="connsiteY7" fmla="*/ 3048000 h 3251200"/>
              <a:gd name="connisteX8" fmla="*/ 0 w 10972800"/>
              <a:gd name="connsiteY8" fmla="*/ 203200 h 3251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3251200">
                <a:moveTo>
                  <a:pt x="0" y="203200"/>
                </a:moveTo>
                <a:cubicBezTo>
                  <a:pt x="0" y="90976"/>
                  <a:pt x="90976" y="0"/>
                  <a:pt x="203200" y="0"/>
                </a:cubicBezTo>
                <a:lnTo>
                  <a:pt x="10769600" y="0"/>
                </a:lnTo>
                <a:cubicBezTo>
                  <a:pt x="10881824" y="0"/>
                  <a:pt x="10972800" y="90976"/>
                  <a:pt x="10972800" y="203200"/>
                </a:cubicBezTo>
                <a:lnTo>
                  <a:pt x="10972800" y="3048000"/>
                </a:lnTo>
                <a:cubicBezTo>
                  <a:pt x="10972800" y="3160224"/>
                  <a:pt x="10881824" y="3251200"/>
                  <a:pt x="10769600" y="3251200"/>
                </a:cubicBezTo>
                <a:lnTo>
                  <a:pt x="203200" y="3251200"/>
                </a:lnTo>
                <a:cubicBezTo>
                  <a:pt x="90976" y="3251200"/>
                  <a:pt x="0" y="3160224"/>
                  <a:pt x="0" y="3048000"/>
                </a:cubicBezTo>
                <a:lnTo>
                  <a:pt x="0" y="20320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13" name="文本占位符 12"/>
          <p:cNvSpPr>
            <a:spLocks noGrp="1"/>
          </p:cNvSpPr>
          <p:nvPr>
            <p:ph type="body" idx="16386" hasCustomPrompt="1"/>
            <p:custDataLst>
              <p:tags r:id="rId7"/>
            </p:custDataLst>
          </p:nvPr>
        </p:nvSpPr>
        <p:spPr>
          <a:xfrm>
            <a:off x="4648200" y="4470400"/>
            <a:ext cx="31623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endParaRPr lang="zh-CN" altLang="en-US"/>
          </a:p>
        </p:txBody>
      </p:sp>
      <p:sp>
        <p:nvSpPr>
          <p:cNvPr id="14" name="文本占位符 13"/>
          <p:cNvSpPr>
            <a:spLocks noGrp="1"/>
          </p:cNvSpPr>
          <p:nvPr>
            <p:ph type="body" idx="16387" hasCustomPrompt="1"/>
            <p:custDataLst>
              <p:tags r:id="rId8"/>
            </p:custDataLst>
          </p:nvPr>
        </p:nvSpPr>
        <p:spPr>
          <a:xfrm>
            <a:off x="4648200" y="5029200"/>
            <a:ext cx="31623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endParaRPr lang="zh-CN" altLang="en-US"/>
          </a:p>
        </p:txBody>
      </p:sp>
      <p:sp>
        <p:nvSpPr>
          <p:cNvPr id="15" name="文本占位符 14"/>
          <p:cNvSpPr>
            <a:spLocks noGrp="1"/>
          </p:cNvSpPr>
          <p:nvPr>
            <p:ph type="body" idx="16388" hasCustomPrompt="1"/>
            <p:custDataLst>
              <p:tags r:id="rId9"/>
            </p:custDataLst>
          </p:nvPr>
        </p:nvSpPr>
        <p:spPr>
          <a:xfrm>
            <a:off x="8420100" y="4470400"/>
            <a:ext cx="31623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endParaRPr lang="zh-CN" altLang="en-US"/>
          </a:p>
        </p:txBody>
      </p:sp>
      <p:sp>
        <p:nvSpPr>
          <p:cNvPr id="16" name="文本占位符 15"/>
          <p:cNvSpPr>
            <a:spLocks noGrp="1"/>
          </p:cNvSpPr>
          <p:nvPr>
            <p:ph type="body" idx="16389" hasCustomPrompt="1"/>
            <p:custDataLst>
              <p:tags r:id="rId10"/>
            </p:custDataLst>
          </p:nvPr>
        </p:nvSpPr>
        <p:spPr>
          <a:xfrm>
            <a:off x="8420100" y="5029200"/>
            <a:ext cx="31623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上左标下左内后右背景-有背景-有间隙-1">
    <p:bg>
      <p:bgRef idx="1001">
        <a:schemeClr val="bg2"/>
      </p:bgRef>
    </p:bg>
    <p:spTree>
      <p:nvGrpSpPr>
        <p:cNvPr id="1" name=""/>
        <p:cNvGrpSpPr/>
        <p:nvPr/>
      </p:nvGrpSpPr>
      <p:grpSpPr>
        <a:xfrm>
          <a:off x="0" y="0"/>
          <a:ext cx="0" cy="0"/>
          <a:chOff x="0" y="0"/>
          <a:chExt cx="0" cy="0"/>
        </a:xfrm>
      </p:grpSpPr>
      <p:sp>
        <p:nvSpPr>
          <p:cNvPr id="2" name="图片占位符 1"/>
          <p:cNvSpPr>
            <a:spLocks noGrp="1"/>
          </p:cNvSpPr>
          <p:nvPr>
            <p:ph type="pic" idx="10"/>
            <p:custDataLst>
              <p:tags r:id="rId2"/>
            </p:custDataLst>
          </p:nvPr>
        </p:nvSpPr>
        <p:spPr>
          <a:xfrm>
            <a:off x="4267200" y="0"/>
            <a:ext cx="7924800" cy="6858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endParaRPr lang="zh-CN" altLang="en-US"/>
          </a:p>
        </p:txBody>
      </p:sp>
      <p:sp>
        <p:nvSpPr>
          <p:cNvPr id="3" name="标题 2"/>
          <p:cNvSpPr>
            <a:spLocks noGrp="1"/>
          </p:cNvSpPr>
          <p:nvPr>
            <p:ph type="title" idx="11" hasCustomPrompt="1"/>
            <p:custDataLst>
              <p:tags r:id="rId3"/>
            </p:custDataLst>
          </p:nvPr>
        </p:nvSpPr>
        <p:spPr>
          <a:xfrm>
            <a:off x="609600" y="482505"/>
            <a:ext cx="5257800" cy="711100"/>
          </a:xfrm>
        </p:spPr>
        <p:txBody>
          <a:bodyPr wrap="square" lIns="0" tIns="0" rIns="0" bIns="0" anchor="t">
            <a:noAutofit/>
          </a:bodyPr>
          <a:lstStyle>
            <a:lvl1pPr algn="l">
              <a:lnSpc>
                <a:spcPct val="110000"/>
              </a:lnSpc>
              <a:defRPr sz="3600" b="1" i="0">
                <a:solidFill>
                  <a:schemeClr val="tx1"/>
                </a:solidFill>
                <a:latin typeface="微软雅黑" panose="020B0503020204020204" charset="-122"/>
                <a:ea typeface="微软雅黑" panose="020B0503020204020204" charset="-122"/>
              </a:defRPr>
            </a:lvl1pPr>
          </a:lstStyle>
          <a:p>
            <a:r>
              <a:rPr lang="zh-CN" altLang="en-US"/>
              <a:t>单击此处添加标题</a:t>
            </a:r>
            <a:endParaRPr lang="zh-CN" altLang="en-US"/>
          </a:p>
        </p:txBody>
      </p:sp>
      <p:sp>
        <p:nvSpPr>
          <p:cNvPr id="4" name="内容占位符 3"/>
          <p:cNvSpPr>
            <a:spLocks noGrp="1"/>
          </p:cNvSpPr>
          <p:nvPr>
            <p:ph idx="12" hasCustomPrompt="1"/>
            <p:custDataLst>
              <p:tags r:id="rId4"/>
            </p:custDataLst>
          </p:nvPr>
        </p:nvSpPr>
        <p:spPr>
          <a:xfrm>
            <a:off x="609600" y="1523711"/>
            <a:ext cx="5257800" cy="4724695"/>
          </a:xfrm>
        </p:spPr>
        <p:txBody>
          <a:bodyPr wrap="square" lIns="0" tIns="0" rIns="0" bIns="0" anchor="t">
            <a:noAutofit/>
          </a:bodyPr>
          <a:lstStyle>
            <a:lvl1pPr marL="0" indent="0" algn="l">
              <a:buNone/>
              <a:defRPr sz="1200" b="0" i="0">
                <a:solidFill>
                  <a:srgbClr val="FFFFFF"/>
                </a:solidFill>
                <a:latin typeface="微软雅黑" panose="020B0503020204020204" charset="-122"/>
                <a:ea typeface="微软雅黑" panose="020B0503020204020204" charset="-122"/>
              </a:defRPr>
            </a:lvl1pPr>
          </a:lstStyle>
          <a:p>
            <a:pPr lvl="0"/>
            <a:r>
              <a:rPr lang="zh-CN" altLang="en-US"/>
              <a:t>单击此处添加文本</a:t>
            </a:r>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正文页-42_52">
    <p:bg>
      <p:bgRef idx="1001">
        <a:schemeClr val="bg2"/>
      </p:bgRef>
    </p:bg>
    <p:spTree>
      <p:nvGrpSpPr>
        <p:cNvPr id="1" name=""/>
        <p:cNvGrpSpPr/>
        <p:nvPr/>
      </p:nvGrpSpPr>
      <p:grpSpPr>
        <a:xfrm>
          <a:off x="0" y="0"/>
          <a:ext cx="0" cy="0"/>
          <a:chOff x="0" y="0"/>
          <a:chExt cx="0" cy="0"/>
        </a:xfrm>
      </p:grpSpPr>
      <p:sp>
        <p:nvSpPr>
          <p:cNvPr id="6" name="日期占位符 5"/>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a:xfrm>
            <a:off x="4116000" y="6314400"/>
            <a:ext cx="3960000" cy="316800"/>
          </a:xfrm>
        </p:spPr>
        <p:txBody>
          <a:bodyPr/>
          <a:lstStyle/>
          <a:p>
            <a:endParaRPr lang="zh-CN" altLang="en-US" dirty="0"/>
          </a:p>
        </p:txBody>
      </p:sp>
      <p:sp>
        <p:nvSpPr>
          <p:cNvPr id="10" name="灯片编号占位符 9"/>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t>单击此处添加标题</a:t>
            </a:r>
          </a:p>
        </p:txBody>
      </p:sp>
      <p:sp>
        <p:nvSpPr>
          <p:cNvPr id="12" name="内容占位符 11"/>
          <p:cNvSpPr>
            <a:spLocks noGrp="1"/>
          </p:cNvSpPr>
          <p:nvPr>
            <p:ph idx="16392" hasCustomPrompt="1"/>
            <p:custDataLst>
              <p:tags r:id="rId6"/>
            </p:custDataLst>
          </p:nvPr>
        </p:nvSpPr>
        <p:spPr>
          <a:xfrm>
            <a:off x="609600" y="1524000"/>
            <a:ext cx="10972800" cy="2540000"/>
          </a:xfrm>
          <a:custGeom>
            <a:avLst/>
            <a:gdLst>
              <a:gd name="connisteX0" fmla="*/ 0 w 10972800"/>
              <a:gd name="connsiteY0" fmla="*/ 203200 h 2540000"/>
              <a:gd name="connisteX1" fmla="*/ 203200 w 10972800"/>
              <a:gd name="connsiteY1" fmla="*/ 0 h 2540000"/>
              <a:gd name="connisteX2" fmla="*/ 10769600 w 10972800"/>
              <a:gd name="connsiteY2" fmla="*/ 0 h 2540000"/>
              <a:gd name="connisteX3" fmla="*/ 10972800 w 10972800"/>
              <a:gd name="connsiteY3" fmla="*/ 203200 h 2540000"/>
              <a:gd name="connisteX4" fmla="*/ 10972800 w 10972800"/>
              <a:gd name="connsiteY4" fmla="*/ 2336800 h 2540000"/>
              <a:gd name="connisteX5" fmla="*/ 10769600 w 10972800"/>
              <a:gd name="connsiteY5" fmla="*/ 2540000 h 2540000"/>
              <a:gd name="connisteX6" fmla="*/ 203200 w 10972800"/>
              <a:gd name="connsiteY6" fmla="*/ 2540000 h 2540000"/>
              <a:gd name="connisteX7" fmla="*/ 0 w 10972800"/>
              <a:gd name="connsiteY7" fmla="*/ 2336800 h 2540000"/>
              <a:gd name="connisteX8" fmla="*/ 0 w 10972800"/>
              <a:gd name="connsiteY8" fmla="*/ 203200 h 2540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540000">
                <a:moveTo>
                  <a:pt x="0" y="203200"/>
                </a:moveTo>
                <a:cubicBezTo>
                  <a:pt x="0" y="90976"/>
                  <a:pt x="90976" y="0"/>
                  <a:pt x="203200" y="0"/>
                </a:cubicBezTo>
                <a:lnTo>
                  <a:pt x="10769600" y="0"/>
                </a:lnTo>
                <a:cubicBezTo>
                  <a:pt x="10881824" y="0"/>
                  <a:pt x="10972800" y="90976"/>
                  <a:pt x="10972800" y="203200"/>
                </a:cubicBezTo>
                <a:lnTo>
                  <a:pt x="10972800" y="2336800"/>
                </a:lnTo>
                <a:cubicBezTo>
                  <a:pt x="10972800" y="2449024"/>
                  <a:pt x="10881824" y="2540000"/>
                  <a:pt x="10769600" y="2540000"/>
                </a:cubicBezTo>
                <a:lnTo>
                  <a:pt x="203200" y="2540000"/>
                </a:lnTo>
                <a:cubicBezTo>
                  <a:pt x="90976" y="2540000"/>
                  <a:pt x="0" y="2449024"/>
                  <a:pt x="0" y="2336800"/>
                </a:cubicBezTo>
                <a:lnTo>
                  <a:pt x="0" y="20320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13" name="装饰  2"/>
          <p:cNvSpPr>
            <a:spLocks noGrp="1"/>
          </p:cNvSpPr>
          <p:nvPr>
            <p:ph type="body" idx="16393" hasCustomPrompt="1"/>
            <p:custDataLst>
              <p:tags r:id="rId7"/>
            </p:custDataLst>
          </p:nvPr>
        </p:nvSpPr>
        <p:spPr>
          <a:xfrm>
            <a:off x="609600" y="45212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762000" y="45212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endParaRPr lang="zh-CN" altLang="en-US"/>
          </a:p>
        </p:txBody>
      </p:sp>
      <p:sp>
        <p:nvSpPr>
          <p:cNvPr id="15" name="文本占位符 14"/>
          <p:cNvSpPr>
            <a:spLocks noGrp="1"/>
          </p:cNvSpPr>
          <p:nvPr>
            <p:ph type="body" idx="16387" hasCustomPrompt="1"/>
            <p:custDataLst>
              <p:tags r:id="rId9"/>
            </p:custDataLst>
          </p:nvPr>
        </p:nvSpPr>
        <p:spPr>
          <a:xfrm>
            <a:off x="762000" y="5029200"/>
            <a:ext cx="3098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endParaRPr lang="zh-CN" altLang="en-US"/>
          </a:p>
        </p:txBody>
      </p:sp>
      <p:sp>
        <p:nvSpPr>
          <p:cNvPr id="16" name="装饰  5"/>
          <p:cNvSpPr>
            <a:spLocks noGrp="1"/>
          </p:cNvSpPr>
          <p:nvPr>
            <p:ph type="body" idx="16394" hasCustomPrompt="1"/>
            <p:custDataLst>
              <p:tags r:id="rId10"/>
            </p:custDataLst>
          </p:nvPr>
        </p:nvSpPr>
        <p:spPr>
          <a:xfrm>
            <a:off x="4470400" y="45212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17" name="文本占位符 16"/>
          <p:cNvSpPr>
            <a:spLocks noGrp="1"/>
          </p:cNvSpPr>
          <p:nvPr>
            <p:ph type="body" idx="16388" hasCustomPrompt="1"/>
            <p:custDataLst>
              <p:tags r:id="rId11"/>
            </p:custDataLst>
          </p:nvPr>
        </p:nvSpPr>
        <p:spPr>
          <a:xfrm>
            <a:off x="4622800" y="45212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endParaRPr lang="zh-CN" altLang="en-US"/>
          </a:p>
        </p:txBody>
      </p:sp>
      <p:sp>
        <p:nvSpPr>
          <p:cNvPr id="18" name="文本占位符 17"/>
          <p:cNvSpPr>
            <a:spLocks noGrp="1"/>
          </p:cNvSpPr>
          <p:nvPr>
            <p:ph type="body" idx="16389" hasCustomPrompt="1"/>
            <p:custDataLst>
              <p:tags r:id="rId12"/>
            </p:custDataLst>
          </p:nvPr>
        </p:nvSpPr>
        <p:spPr>
          <a:xfrm>
            <a:off x="4622800" y="5029200"/>
            <a:ext cx="3098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endParaRPr lang="zh-CN" altLang="en-US"/>
          </a:p>
        </p:txBody>
      </p:sp>
      <p:sp>
        <p:nvSpPr>
          <p:cNvPr id="19" name="装饰  8"/>
          <p:cNvSpPr>
            <a:spLocks noGrp="1"/>
          </p:cNvSpPr>
          <p:nvPr>
            <p:ph type="body" idx="16395" hasCustomPrompt="1"/>
            <p:custDataLst>
              <p:tags r:id="rId13"/>
            </p:custDataLst>
          </p:nvPr>
        </p:nvSpPr>
        <p:spPr>
          <a:xfrm>
            <a:off x="8331200" y="45212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20" name="文本占位符 19"/>
          <p:cNvSpPr>
            <a:spLocks noGrp="1"/>
          </p:cNvSpPr>
          <p:nvPr>
            <p:ph type="body" idx="16390" hasCustomPrompt="1"/>
            <p:custDataLst>
              <p:tags r:id="rId14"/>
            </p:custDataLst>
          </p:nvPr>
        </p:nvSpPr>
        <p:spPr>
          <a:xfrm>
            <a:off x="8483600" y="45212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endParaRPr lang="zh-CN" altLang="en-US"/>
          </a:p>
        </p:txBody>
      </p:sp>
      <p:sp>
        <p:nvSpPr>
          <p:cNvPr id="21" name="文本占位符 20"/>
          <p:cNvSpPr>
            <a:spLocks noGrp="1"/>
          </p:cNvSpPr>
          <p:nvPr>
            <p:ph type="body" idx="16391" hasCustomPrompt="1"/>
            <p:custDataLst>
              <p:tags r:id="rId15"/>
            </p:custDataLst>
          </p:nvPr>
        </p:nvSpPr>
        <p:spPr>
          <a:xfrm>
            <a:off x="8483600" y="5029200"/>
            <a:ext cx="3098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正文页-51_46">
    <p:bg>
      <p:bgRef idx="1001">
        <a:schemeClr val="bg2"/>
      </p:bgRef>
    </p:bg>
    <p:spTree>
      <p:nvGrpSpPr>
        <p:cNvPr id="1" name=""/>
        <p:cNvGrpSpPr/>
        <p:nvPr/>
      </p:nvGrpSpPr>
      <p:grpSpPr>
        <a:xfrm>
          <a:off x="0" y="0"/>
          <a:ext cx="0" cy="0"/>
          <a:chOff x="0" y="0"/>
          <a:chExt cx="0" cy="0"/>
        </a:xfrm>
      </p:grpSpPr>
      <p:sp>
        <p:nvSpPr>
          <p:cNvPr id="6" name="日期占位符 5"/>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a:xfrm>
            <a:off x="4116000" y="6314400"/>
            <a:ext cx="3960000" cy="316800"/>
          </a:xfrm>
        </p:spPr>
        <p:txBody>
          <a:bodyPr/>
          <a:lstStyle/>
          <a:p>
            <a:endParaRPr lang="zh-CN" altLang="en-US" dirty="0"/>
          </a:p>
        </p:txBody>
      </p:sp>
      <p:sp>
        <p:nvSpPr>
          <p:cNvPr id="10" name="灯片编号占位符 9"/>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
        <p:nvSpPr>
          <p:cNvPr id="11" name="标题 10"/>
          <p:cNvSpPr>
            <a:spLocks noGrp="1"/>
          </p:cNvSpPr>
          <p:nvPr>
            <p:ph type="ctrTitle" idx="16385" hasCustomPrompt="1"/>
            <p:custDataLst>
              <p:tags r:id="rId5"/>
            </p:custDataLst>
          </p:nvPr>
        </p:nvSpPr>
        <p:spPr>
          <a:xfrm>
            <a:off x="609600" y="35306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endParaRPr lang="zh-CN" altLang="en-US"/>
          </a:p>
        </p:txBody>
      </p:sp>
      <p:sp>
        <p:nvSpPr>
          <p:cNvPr id="12" name="内容占位符 11"/>
          <p:cNvSpPr>
            <a:spLocks noGrp="1"/>
          </p:cNvSpPr>
          <p:nvPr>
            <p:ph idx="16392" hasCustomPrompt="1"/>
            <p:custDataLst>
              <p:tags r:id="rId6"/>
            </p:custDataLst>
          </p:nvPr>
        </p:nvSpPr>
        <p:spPr>
          <a:xfrm>
            <a:off x="609600" y="609600"/>
            <a:ext cx="10972800" cy="2387600"/>
          </a:xfrm>
          <a:custGeom>
            <a:avLst/>
            <a:gdLst>
              <a:gd name="connisteX0" fmla="*/ 0 w 10972800"/>
              <a:gd name="connsiteY0" fmla="*/ 203200 h 2387600"/>
              <a:gd name="connisteX1" fmla="*/ 203200 w 10972800"/>
              <a:gd name="connsiteY1" fmla="*/ 0 h 2387600"/>
              <a:gd name="connisteX2" fmla="*/ 10769600 w 10972800"/>
              <a:gd name="connsiteY2" fmla="*/ 0 h 2387600"/>
              <a:gd name="connisteX3" fmla="*/ 10972800 w 10972800"/>
              <a:gd name="connsiteY3" fmla="*/ 203200 h 2387600"/>
              <a:gd name="connisteX4" fmla="*/ 10972800 w 10972800"/>
              <a:gd name="connsiteY4" fmla="*/ 2184400 h 2387600"/>
              <a:gd name="connisteX5" fmla="*/ 10769600 w 10972800"/>
              <a:gd name="connsiteY5" fmla="*/ 2387600 h 2387600"/>
              <a:gd name="connisteX6" fmla="*/ 203200 w 10972800"/>
              <a:gd name="connsiteY6" fmla="*/ 2387600 h 2387600"/>
              <a:gd name="connisteX7" fmla="*/ 0 w 10972800"/>
              <a:gd name="connsiteY7" fmla="*/ 2184400 h 2387600"/>
              <a:gd name="connisteX8" fmla="*/ 0 w 10972800"/>
              <a:gd name="connsiteY8" fmla="*/ 20320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387600">
                <a:moveTo>
                  <a:pt x="0" y="203200"/>
                </a:moveTo>
                <a:cubicBezTo>
                  <a:pt x="0" y="90976"/>
                  <a:pt x="90976" y="0"/>
                  <a:pt x="203200" y="0"/>
                </a:cubicBezTo>
                <a:lnTo>
                  <a:pt x="10769600" y="0"/>
                </a:lnTo>
                <a:cubicBezTo>
                  <a:pt x="10881824" y="0"/>
                  <a:pt x="10972800" y="90976"/>
                  <a:pt x="10972800" y="203200"/>
                </a:cubicBezTo>
                <a:lnTo>
                  <a:pt x="10972800" y="2184400"/>
                </a:lnTo>
                <a:cubicBezTo>
                  <a:pt x="10972800" y="2296624"/>
                  <a:pt x="10881824" y="2387600"/>
                  <a:pt x="10769600" y="2387600"/>
                </a:cubicBezTo>
                <a:lnTo>
                  <a:pt x="203200" y="2387600"/>
                </a:lnTo>
                <a:cubicBezTo>
                  <a:pt x="90976" y="2387600"/>
                  <a:pt x="0" y="2296624"/>
                  <a:pt x="0" y="2184400"/>
                </a:cubicBezTo>
                <a:lnTo>
                  <a:pt x="0" y="20320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13" name="装饰  2"/>
          <p:cNvSpPr>
            <a:spLocks noGrp="1"/>
          </p:cNvSpPr>
          <p:nvPr>
            <p:ph type="body" idx="16393" hasCustomPrompt="1"/>
            <p:custDataLst>
              <p:tags r:id="rId7"/>
            </p:custDataLst>
          </p:nvPr>
        </p:nvSpPr>
        <p:spPr>
          <a:xfrm>
            <a:off x="609600" y="45212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762000" y="45212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endParaRPr lang="zh-CN" altLang="en-US"/>
          </a:p>
        </p:txBody>
      </p:sp>
      <p:sp>
        <p:nvSpPr>
          <p:cNvPr id="15" name="文本占位符 14"/>
          <p:cNvSpPr>
            <a:spLocks noGrp="1"/>
          </p:cNvSpPr>
          <p:nvPr>
            <p:ph type="body" idx="16387" hasCustomPrompt="1"/>
            <p:custDataLst>
              <p:tags r:id="rId9"/>
            </p:custDataLst>
          </p:nvPr>
        </p:nvSpPr>
        <p:spPr>
          <a:xfrm>
            <a:off x="762000" y="5029200"/>
            <a:ext cx="3098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endParaRPr lang="zh-CN" altLang="en-US"/>
          </a:p>
        </p:txBody>
      </p:sp>
      <p:sp>
        <p:nvSpPr>
          <p:cNvPr id="16" name="装饰  5"/>
          <p:cNvSpPr>
            <a:spLocks noGrp="1"/>
          </p:cNvSpPr>
          <p:nvPr>
            <p:ph type="body" idx="16394" hasCustomPrompt="1"/>
            <p:custDataLst>
              <p:tags r:id="rId10"/>
            </p:custDataLst>
          </p:nvPr>
        </p:nvSpPr>
        <p:spPr>
          <a:xfrm>
            <a:off x="4470400" y="45212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17" name="文本占位符 16"/>
          <p:cNvSpPr>
            <a:spLocks noGrp="1"/>
          </p:cNvSpPr>
          <p:nvPr>
            <p:ph type="body" idx="16388" hasCustomPrompt="1"/>
            <p:custDataLst>
              <p:tags r:id="rId11"/>
            </p:custDataLst>
          </p:nvPr>
        </p:nvSpPr>
        <p:spPr>
          <a:xfrm>
            <a:off x="4622800" y="45212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endParaRPr lang="zh-CN" altLang="en-US"/>
          </a:p>
        </p:txBody>
      </p:sp>
      <p:sp>
        <p:nvSpPr>
          <p:cNvPr id="18" name="文本占位符 17"/>
          <p:cNvSpPr>
            <a:spLocks noGrp="1"/>
          </p:cNvSpPr>
          <p:nvPr>
            <p:ph type="body" idx="16389" hasCustomPrompt="1"/>
            <p:custDataLst>
              <p:tags r:id="rId12"/>
            </p:custDataLst>
          </p:nvPr>
        </p:nvSpPr>
        <p:spPr>
          <a:xfrm>
            <a:off x="4622800" y="5029200"/>
            <a:ext cx="3098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endParaRPr lang="zh-CN" altLang="en-US"/>
          </a:p>
        </p:txBody>
      </p:sp>
      <p:sp>
        <p:nvSpPr>
          <p:cNvPr id="19" name="装饰  8"/>
          <p:cNvSpPr>
            <a:spLocks noGrp="1"/>
          </p:cNvSpPr>
          <p:nvPr>
            <p:ph type="body" idx="16395" hasCustomPrompt="1"/>
            <p:custDataLst>
              <p:tags r:id="rId13"/>
            </p:custDataLst>
          </p:nvPr>
        </p:nvSpPr>
        <p:spPr>
          <a:xfrm>
            <a:off x="8331200" y="45212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endParaRPr lang="zh-CN" altLang="en-US"/>
          </a:p>
        </p:txBody>
      </p:sp>
      <p:sp>
        <p:nvSpPr>
          <p:cNvPr id="20" name="文本占位符 19"/>
          <p:cNvSpPr>
            <a:spLocks noGrp="1"/>
          </p:cNvSpPr>
          <p:nvPr>
            <p:ph type="body" idx="16390" hasCustomPrompt="1"/>
            <p:custDataLst>
              <p:tags r:id="rId14"/>
            </p:custDataLst>
          </p:nvPr>
        </p:nvSpPr>
        <p:spPr>
          <a:xfrm>
            <a:off x="8483600" y="45212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endParaRPr lang="zh-CN" altLang="en-US"/>
          </a:p>
        </p:txBody>
      </p:sp>
      <p:sp>
        <p:nvSpPr>
          <p:cNvPr id="21" name="文本占位符 20"/>
          <p:cNvSpPr>
            <a:spLocks noGrp="1"/>
          </p:cNvSpPr>
          <p:nvPr>
            <p:ph type="body" idx="16391" hasCustomPrompt="1"/>
            <p:custDataLst>
              <p:tags r:id="rId15"/>
            </p:custDataLst>
          </p:nvPr>
        </p:nvSpPr>
        <p:spPr>
          <a:xfrm>
            <a:off x="8483600" y="5029200"/>
            <a:ext cx="3098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tags" Target="../tags/tag33.xml"/><Relationship Id="rId12" Type="http://schemas.openxmlformats.org/officeDocument/2006/relationships/tags" Target="../tags/tag32.xml"/><Relationship Id="rId11" Type="http://schemas.openxmlformats.org/officeDocument/2006/relationships/tags" Target="../tags/tag3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4" Type="http://schemas.openxmlformats.org/officeDocument/2006/relationships/theme" Target="../theme/theme2.xml"/><Relationship Id="rId33" Type="http://schemas.openxmlformats.org/officeDocument/2006/relationships/tags" Target="../tags/tag221.xml"/><Relationship Id="rId32" Type="http://schemas.openxmlformats.org/officeDocument/2006/relationships/tags" Target="../tags/tag220.xml"/><Relationship Id="rId31" Type="http://schemas.openxmlformats.org/officeDocument/2006/relationships/tags" Target="../tags/tag219.xml"/><Relationship Id="rId30" Type="http://schemas.openxmlformats.org/officeDocument/2006/relationships/tags" Target="../tags/tag218.xml"/><Relationship Id="rId3" Type="http://schemas.openxmlformats.org/officeDocument/2006/relationships/slideLayout" Target="../slideLayouts/slideLayout13.xml"/><Relationship Id="rId29" Type="http://schemas.openxmlformats.org/officeDocument/2006/relationships/tags" Target="../tags/tag217.xml"/><Relationship Id="rId28" Type="http://schemas.openxmlformats.org/officeDocument/2006/relationships/tags" Target="../tags/tag216.xml"/><Relationship Id="rId27" Type="http://schemas.openxmlformats.org/officeDocument/2006/relationships/tags" Target="../tags/tag215.xml"/><Relationship Id="rId26" Type="http://schemas.openxmlformats.org/officeDocument/2006/relationships/image" Target="../media/image4.jpeg"/><Relationship Id="rId25" Type="http://schemas.openxmlformats.org/officeDocument/2006/relationships/tags" Target="../tags/tag214.xml"/><Relationship Id="rId24" Type="http://schemas.openxmlformats.org/officeDocument/2006/relationships/image" Target="../media/image1.png"/><Relationship Id="rId23" Type="http://schemas.openxmlformats.org/officeDocument/2006/relationships/tags" Target="../tags/tag213.xml"/><Relationship Id="rId22" Type="http://schemas.openxmlformats.org/officeDocument/2006/relationships/tags" Target="../tags/tag212.xml"/><Relationship Id="rId21" Type="http://schemas.openxmlformats.org/officeDocument/2006/relationships/slideLayout" Target="../slideLayouts/slideLayout31.xml"/><Relationship Id="rId20" Type="http://schemas.openxmlformats.org/officeDocument/2006/relationships/slideLayout" Target="../slideLayouts/slideLayout30.xml"/><Relationship Id="rId2" Type="http://schemas.openxmlformats.org/officeDocument/2006/relationships/slideLayout" Target="../slideLayouts/slideLayout12.xml"/><Relationship Id="rId19" Type="http://schemas.openxmlformats.org/officeDocument/2006/relationships/slideLayout" Target="../slideLayouts/slideLayout29.xml"/><Relationship Id="rId18" Type="http://schemas.openxmlformats.org/officeDocument/2006/relationships/slideLayout" Target="../slideLayouts/slideLayout28.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custDataLst>
              <p:tags r:id="rId11"/>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2"/>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3"/>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
        <p:nvSpPr>
          <p:cNvPr id="2" name="标题占位符 1"/>
          <p:cNvSpPr>
            <a:spLocks noGrp="1"/>
          </p:cNvSpPr>
          <p:nvPr>
            <p:ph type="title"/>
          </p:nvPr>
        </p:nvSpPr>
        <p:spPr>
          <a:xfrm>
            <a:off x="609556" y="482473"/>
            <a:ext cx="10972888" cy="711206"/>
          </a:xfrm>
          <a:prstGeom prst="rect">
            <a:avLst/>
          </a:prstGeom>
        </p:spPr>
        <p:txBody>
          <a:bodyPr vert="horz" lIns="91440" tIns="45720" rIns="91440" bIns="45720" rtlCol="0" anchor="ctr">
            <a:no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56" y="1524000"/>
            <a:ext cx="10972888" cy="4724438"/>
          </a:xfrm>
          <a:prstGeom prst="rect">
            <a:avLst/>
          </a:prstGeom>
        </p:spPr>
        <p:txBody>
          <a:bodyPr vert="horz" lIns="91440" tIns="45720" rIns="91440" bIns="45720" rtlCol="0">
            <a:no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a:p>
            <a:pPr lvl="5"/>
            <a:r>
              <a:rPr lang="zh-CN" altLang="en-US" dirty="0"/>
              <a:t>第六级</a:t>
            </a:r>
            <a:endParaRPr lang="en-US" altLang="zh-CN" dirty="0"/>
          </a:p>
          <a:p>
            <a:pPr marL="2971800" marR="0" lvl="6"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第七级</a:t>
            </a:r>
            <a:endParaRPr lang="en-US" altLang="zh-CN" dirty="0"/>
          </a:p>
          <a:p>
            <a:pPr marL="3429000" marR="0" lvl="7"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第八级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第九级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endParaRPr lang="en-US" altLang="zh-CN" dirty="0"/>
          </a:p>
          <a:p>
            <a:pPr lvl="5"/>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100000"/>
        </a:lnSpc>
        <a:spcBef>
          <a:spcPct val="0"/>
        </a:spcBef>
        <a:buNone/>
        <a:defRPr sz="360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5pPr>
      <a:lvl6pPr marL="25146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lang="zh-CN" altLang="en-US" sz="2400" kern="1200" dirty="0">
          <a:solidFill>
            <a:schemeClr val="tx1"/>
          </a:solidFill>
          <a:latin typeface="微软雅黑" panose="020B0503020204020204" charset="-122"/>
          <a:ea typeface="微软雅黑" panose="020B0503020204020204" charset="-122"/>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8pPr>
      <a:lvl9pPr marL="3657600" indent="0" algn="l" defTabSz="914400" rtl="0" eaLnBrk="1" latinLnBrk="0" hangingPunct="1">
        <a:lnSpc>
          <a:spcPct val="90000"/>
        </a:lnSpc>
        <a:spcBef>
          <a:spcPts val="500"/>
        </a:spcBef>
        <a:buFont typeface="Arial" panose="020B0604020202020204" pitchFamily="34" charset="0"/>
        <a:buNone/>
        <a:defRPr lang="en-US" altLang="zh-CN" sz="2400" kern="1200" dirty="0" smtClean="0">
          <a:solidFill>
            <a:schemeClr val="tx1"/>
          </a:solidFill>
          <a:latin typeface="微软雅黑" panose="020B0503020204020204" charset="-122"/>
          <a:ea typeface="微软雅黑" panose="020B0503020204020204" charset="-122"/>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5" name="矩形 4"/>
          <p:cNvSpPr/>
          <p:nvPr userDrawn="1">
            <p:custDataLst>
              <p:tags r:id="rId22"/>
            </p:custDataLst>
          </p:nvPr>
        </p:nvSpPr>
        <p:spPr>
          <a:xfrm>
            <a:off x="0" y="0"/>
            <a:ext cx="12192635" cy="6858000"/>
          </a:xfrm>
          <a:prstGeom prst="rect">
            <a:avLst/>
          </a:prstGeom>
          <a:solidFill>
            <a:srgbClr val="0D0D0D">
              <a:alpha val="8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8" name="图片 7" descr="图片1"/>
          <p:cNvPicPr>
            <a:picLocks noChangeAspect="1"/>
          </p:cNvPicPr>
          <p:nvPr userDrawn="1">
            <p:custDataLst>
              <p:tags r:id="rId23"/>
            </p:custDataLst>
          </p:nvPr>
        </p:nvPicPr>
        <p:blipFill>
          <a:blip r:embed="rId24">
            <a:duotone>
              <a:prstClr val="black"/>
              <a:schemeClr val="accent1">
                <a:tint val="45000"/>
                <a:satMod val="400000"/>
              </a:schemeClr>
            </a:duotone>
            <a:lum bright="18000" contrast="30000"/>
          </a:blip>
          <a:stretch>
            <a:fillRect/>
          </a:stretch>
        </p:blipFill>
        <p:spPr>
          <a:xfrm>
            <a:off x="0" y="0"/>
            <a:ext cx="12186920" cy="6858000"/>
          </a:xfrm>
          <a:prstGeom prst="rect">
            <a:avLst/>
          </a:prstGeom>
        </p:spPr>
      </p:pic>
      <p:pic>
        <p:nvPicPr>
          <p:cNvPr id="9" name="图片 8" descr="VCG211263695320"/>
          <p:cNvPicPr>
            <a:picLocks noChangeAspect="1"/>
          </p:cNvPicPr>
          <p:nvPr userDrawn="1">
            <p:custDataLst>
              <p:tags r:id="rId25"/>
            </p:custDataLst>
          </p:nvPr>
        </p:nvPicPr>
        <p:blipFill>
          <a:blip r:embed="rId26">
            <a:alphaModFix amt="10000"/>
            <a:duotone>
              <a:prstClr val="black"/>
              <a:schemeClr val="accent1">
                <a:tint val="45000"/>
                <a:satMod val="400000"/>
              </a:schemeClr>
            </a:duotone>
            <a:lum bright="6000" contrast="30000"/>
          </a:blip>
          <a:stretch>
            <a:fillRect/>
          </a:stretch>
        </p:blipFill>
        <p:spPr>
          <a:xfrm>
            <a:off x="0" y="0"/>
            <a:ext cx="12192000" cy="6858000"/>
          </a:xfrm>
          <a:prstGeom prst="rect">
            <a:avLst/>
          </a:prstGeom>
        </p:spPr>
      </p:pic>
      <p:sp>
        <p:nvSpPr>
          <p:cNvPr id="11" name="日期占位符 10"/>
          <p:cNvSpPr>
            <a:spLocks noGrp="1"/>
          </p:cNvSpPr>
          <p:nvPr>
            <p:ph type="dt" sz="half" idx="10"/>
            <p:custDataLst>
              <p:tags r:id="rId27"/>
            </p:custDataLst>
          </p:nvPr>
        </p:nvSpPr>
        <p:spPr>
          <a:xfrm>
            <a:off x="612000" y="6314400"/>
            <a:ext cx="2700000" cy="316800"/>
          </a:xfrm>
        </p:spPr>
        <p:txBody>
          <a:bodyPr/>
          <a:lstStyle>
            <a:lvl1pPr>
              <a:defRPr>
                <a:cs typeface="MiSans Normal" panose="00000500000000000000" charset="-122"/>
              </a:defRPr>
            </a:lvl1pPr>
          </a:lstStyle>
          <a:p>
            <a:fld id="{760FBDFE-C587-4B4C-A407-44438C67B59E}" type="datetimeFigureOut">
              <a:rPr lang="zh-CN" altLang="en-US" smtClean="0"/>
            </a:fld>
            <a:endParaRPr lang="zh-CN" altLang="en-US"/>
          </a:p>
        </p:txBody>
      </p:sp>
      <p:sp>
        <p:nvSpPr>
          <p:cNvPr id="12" name="页脚占位符 11"/>
          <p:cNvSpPr>
            <a:spLocks noGrp="1"/>
          </p:cNvSpPr>
          <p:nvPr>
            <p:ph type="ftr" sz="quarter" idx="11"/>
            <p:custDataLst>
              <p:tags r:id="rId28"/>
            </p:custDataLst>
          </p:nvPr>
        </p:nvSpPr>
        <p:spPr>
          <a:xfrm>
            <a:off x="4116000" y="6314400"/>
            <a:ext cx="3960000" cy="316800"/>
          </a:xfrm>
        </p:spPr>
        <p:txBody>
          <a:bodyPr/>
          <a:lstStyle>
            <a:lvl1pPr>
              <a:defRPr>
                <a:cs typeface="MiSans Normal" panose="00000500000000000000" charset="-122"/>
              </a:defRPr>
            </a:lvl1pPr>
          </a:lstStyle>
          <a:p>
            <a:endParaRPr lang="zh-CN" altLang="en-US" dirty="0"/>
          </a:p>
        </p:txBody>
      </p:sp>
      <p:sp>
        <p:nvSpPr>
          <p:cNvPr id="13" name="灯片编号占位符 12"/>
          <p:cNvSpPr>
            <a:spLocks noGrp="1"/>
          </p:cNvSpPr>
          <p:nvPr>
            <p:ph type="sldNum" sz="quarter" idx="12"/>
            <p:custDataLst>
              <p:tags r:id="rId29"/>
            </p:custDataLst>
          </p:nvPr>
        </p:nvSpPr>
        <p:spPr>
          <a:xfrm>
            <a:off x="8877600" y="6314400"/>
            <a:ext cx="2700000" cy="316800"/>
          </a:xfrm>
        </p:spPr>
        <p:txBody>
          <a:bodyPr/>
          <a:lstStyle>
            <a:lvl1pPr>
              <a:defRPr>
                <a:cs typeface="MiSans Normal" panose="00000500000000000000" charset="-122"/>
              </a:defRPr>
            </a:lvl1pPr>
          </a:lstStyle>
          <a:p>
            <a:fld id="{49AE70B2-8BF9-45C0-BB95-33D1B9D3A854}" type="slidenum">
              <a:rPr lang="zh-CN" altLang="en-US" smtClean="0"/>
            </a:fld>
            <a:endParaRPr lang="zh-CN" altLang="en-US" dirty="0"/>
          </a:p>
        </p:txBody>
      </p:sp>
      <p:sp>
        <p:nvSpPr>
          <p:cNvPr id="4" name="文本占位符 3"/>
          <p:cNvSpPr txBox="1">
            <a:spLocks noGrp="1"/>
          </p:cNvSpPr>
          <p:nvPr>
            <p:ph type="body" idx="1"/>
            <p:custDataLst>
              <p:tags r:id="rId30"/>
            </p:custDataLst>
          </p:nvPr>
        </p:nvSpPr>
        <p:spPr>
          <a:xfrm>
            <a:off x="615315" y="1630680"/>
            <a:ext cx="10961370" cy="4546600"/>
          </a:xfrm>
          <a:prstGeom prst="rect">
            <a:avLst/>
          </a:prstGeom>
          <a:ln>
            <a:noFill/>
            <a:prstDash val="sysDash"/>
          </a:ln>
        </p:spPr>
        <p:txBody>
          <a:bodyPr vert="horz" lIns="90000" tIns="46800" rIns="90000" bIns="46800" rtlCol="0">
            <a:normAutofit/>
          </a:bodyPr>
          <a:lstStyle/>
          <a:p>
            <a:pPr marR="0" lvl="0">
              <a:spcBef>
                <a:spcPts val="1200"/>
              </a:spcBef>
              <a:spcAft>
                <a:spcPts val="0"/>
              </a:spcAft>
              <a:buClr>
                <a:srgbClr val="39EA80"/>
              </a:buClr>
              <a:buSzTx/>
            </a:pPr>
            <a:r>
              <a:rPr>
                <a:sym typeface="+mn-ea"/>
              </a:rPr>
              <a:t>单击此处编辑母版文本样式</a:t>
            </a:r>
            <a:endParaRPr>
              <a:sym typeface="+mn-ea"/>
            </a:endParaRPr>
          </a:p>
          <a:p>
            <a:pPr marR="0" lvl="1">
              <a:buClr>
                <a:srgbClr val="39EA80"/>
              </a:buClr>
              <a:buSzTx/>
              <a:tabLst>
                <a:tab pos="1609725" algn="l"/>
              </a:tabLst>
            </a:pPr>
            <a:r>
              <a:rPr>
                <a:sym typeface="+mn-ea"/>
              </a:rPr>
              <a:t>二级</a:t>
            </a:r>
            <a:endParaRPr>
              <a:sym typeface="+mn-ea"/>
            </a:endParaRPr>
          </a:p>
          <a:p>
            <a:pPr marR="0" lvl="2">
              <a:buClr>
                <a:srgbClr val="39EA80"/>
              </a:buClr>
              <a:buSzTx/>
            </a:pPr>
            <a:r>
              <a:rPr>
                <a:sym typeface="+mn-ea"/>
              </a:rPr>
              <a:t>三级</a:t>
            </a:r>
            <a:endParaRPr>
              <a:sym typeface="+mn-ea"/>
            </a:endParaRPr>
          </a:p>
          <a:p>
            <a:pPr marR="0" lvl="3">
              <a:buClr>
                <a:srgbClr val="39EA80"/>
              </a:buClr>
              <a:buSzTx/>
            </a:pPr>
            <a:r>
              <a:rPr>
                <a:sym typeface="+mn-ea"/>
              </a:rPr>
              <a:t>四级</a:t>
            </a:r>
            <a:endParaRPr>
              <a:sym typeface="+mn-ea"/>
            </a:endParaRPr>
          </a:p>
          <a:p>
            <a:pPr marR="0" lvl="4">
              <a:buClr>
                <a:srgbClr val="39EA80"/>
              </a:buClr>
              <a:buSzTx/>
            </a:pPr>
            <a:r>
              <a:rPr>
                <a:sym typeface="+mn-ea"/>
              </a:rPr>
              <a:t>五级</a:t>
            </a:r>
            <a:endParaRPr>
              <a:sym typeface="+mn-ea"/>
            </a:endParaRPr>
          </a:p>
        </p:txBody>
      </p:sp>
      <p:sp>
        <p:nvSpPr>
          <p:cNvPr id="3" name="标题占位符 2"/>
          <p:cNvSpPr>
            <a:spLocks noGrp="1"/>
          </p:cNvSpPr>
          <p:nvPr>
            <p:ph type="title"/>
            <p:custDataLst>
              <p:tags r:id="rId31"/>
            </p:custDataLst>
          </p:nvPr>
        </p:nvSpPr>
        <p:spPr>
          <a:xfrm>
            <a:off x="611999" y="236557"/>
            <a:ext cx="10961369" cy="1325563"/>
          </a:xfrm>
          <a:prstGeom prst="rect">
            <a:avLst/>
          </a:prstGeom>
          <a:noFill/>
          <a:ln>
            <a:noFill/>
            <a:prstDash val="sysDash"/>
          </a:ln>
        </p:spPr>
        <p:txBody>
          <a:bodyPr vert="horz" wrap="square" lIns="91440" tIns="45720" rIns="91440" bIns="45720" rtlCol="0" anchor="ctr">
            <a:normAutofit/>
          </a:bodyPr>
          <a:lstStyle/>
          <a:p>
            <a:pPr marL="0" marR="0" lvl="0">
              <a:buClrTx/>
              <a:buSzTx/>
              <a:buFontTx/>
            </a:pPr>
            <a:r>
              <a:rPr lang="zh-CN" altLang="en-US" dirty="0"/>
              <a:t>单击此处编辑母版标题样式</a:t>
            </a:r>
            <a:endParaRPr lang="zh-CN" altLang="en-US" dirty="0"/>
          </a:p>
        </p:txBody>
      </p:sp>
      <p:sp>
        <p:nvSpPr>
          <p:cNvPr id="6" name="KSO_TEMPLATE" hidden="1"/>
          <p:cNvSpPr/>
          <p:nvPr userDrawn="1">
            <p:custDataLst>
              <p:tags r:id="rId3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33"/>
    </p:custDataLst>
  </p:cSld>
  <p:clrMap bg1="dk1" tx1="lt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Lst>
  <p:txStyles>
    <p:titleStyle>
      <a:lvl1pPr algn="l" defTabSz="914400" rtl="0" eaLnBrk="1" fontAlgn="auto" latinLnBrk="0" hangingPunct="1">
        <a:lnSpc>
          <a:spcPct val="100000"/>
        </a:lnSpc>
        <a:spcBef>
          <a:spcPct val="0"/>
        </a:spcBef>
        <a:buNone/>
        <a:defRPr kumimoji="0" lang="zh-CN" altLang="en-US" sz="3600" b="0" i="0" u="none" strike="noStrike" kern="1200" cap="none" spc="300" normalizeH="0" baseline="0" smtClean="0">
          <a:ln>
            <a:noFill/>
            <a:prstDash val="sysDot"/>
          </a:ln>
          <a:solidFill>
            <a:srgbClr val="FFFFFF"/>
          </a:solidFill>
          <a:uFillTx/>
          <a:latin typeface="+mj-lt"/>
          <a:ea typeface="+mj-lt"/>
          <a:cs typeface="+mj-lt"/>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a:ln>
            <a:noFill/>
            <a:prstDash val="sysDot"/>
          </a:ln>
          <a:solidFill>
            <a:srgbClr val="FFFFFF"/>
          </a:solidFill>
          <a:uFillTx/>
          <a:latin typeface="+mn-lt"/>
          <a:ea typeface="+mn-lt"/>
          <a:cs typeface="MiSans Normal" panose="00000500000000000000" charset="-122"/>
          <a:sym typeface="+mn-ea"/>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kumimoji="0" sz="1600" b="0" i="0" u="none" strike="noStrike" kern="1200" cap="none" spc="150" normalizeH="0" baseline="0" noProof="1">
          <a:solidFill>
            <a:schemeClr val="tx1">
              <a:lumMod val="95000"/>
            </a:schemeClr>
          </a:solidFill>
          <a:uFillTx/>
          <a:latin typeface="+mn-ea"/>
          <a:ea typeface="+mn-ea"/>
          <a:cs typeface="MiSans Normal" panose="00000500000000000000" charset="-122"/>
          <a:sym typeface="+mn-ea"/>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sz="1600" b="0" i="0" u="none" strike="noStrike" kern="1200" cap="none" spc="150" normalizeH="0" baseline="0" noProof="1">
          <a:solidFill>
            <a:schemeClr val="tx1">
              <a:lumMod val="95000"/>
            </a:schemeClr>
          </a:solidFill>
          <a:uFillTx/>
          <a:latin typeface="+mn-ea"/>
          <a:ea typeface="+mn-ea"/>
          <a:cs typeface="MiSans Normal" panose="00000500000000000000" charset="-122"/>
          <a:sym typeface="+mn-ea"/>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kumimoji="0" sz="1400" b="0" i="0" u="none" strike="noStrike" kern="1200" cap="none" spc="150" normalizeH="0" baseline="0" noProof="1">
          <a:solidFill>
            <a:schemeClr val="tx1">
              <a:lumMod val="95000"/>
            </a:schemeClr>
          </a:solidFill>
          <a:uFillTx/>
          <a:latin typeface="+mn-ea"/>
          <a:ea typeface="+mn-ea"/>
          <a:cs typeface="MiSans Normal" panose="00000500000000000000" charset="-122"/>
          <a:sym typeface="+mn-ea"/>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sz="1400" b="0" i="0" u="none" strike="noStrike" kern="1200" cap="none" spc="150" normalizeH="0" baseline="0" noProof="1">
          <a:solidFill>
            <a:schemeClr val="tx1">
              <a:lumMod val="95000"/>
            </a:schemeClr>
          </a:solidFill>
          <a:uFillTx/>
          <a:latin typeface="+mn-ea"/>
          <a:ea typeface="+mn-ea"/>
          <a:cs typeface="MiSans Normal" panose="00000500000000000000" charset="-122"/>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9.xml"/><Relationship Id="rId4" Type="http://schemas.openxmlformats.org/officeDocument/2006/relationships/tags" Target="../tags/tag225.xml"/><Relationship Id="rId3" Type="http://schemas.openxmlformats.org/officeDocument/2006/relationships/tags" Target="../tags/tag224.xml"/><Relationship Id="rId2" Type="http://schemas.openxmlformats.org/officeDocument/2006/relationships/tags" Target="../tags/tag223.xml"/><Relationship Id="rId1" Type="http://schemas.openxmlformats.org/officeDocument/2006/relationships/tags" Target="../tags/tag222.xml"/></Relationships>
</file>

<file path=ppt/slides/_rels/slide2.xml.rels><?xml version="1.0" encoding="UTF-8" standalone="yes"?>
<Relationships xmlns="http://schemas.openxmlformats.org/package/2006/relationships"><Relationship Id="rId9" Type="http://schemas.openxmlformats.org/officeDocument/2006/relationships/tags" Target="../tags/tag234.xml"/><Relationship Id="rId8" Type="http://schemas.openxmlformats.org/officeDocument/2006/relationships/tags" Target="../tags/tag233.xml"/><Relationship Id="rId7" Type="http://schemas.openxmlformats.org/officeDocument/2006/relationships/tags" Target="../tags/tag232.xml"/><Relationship Id="rId6" Type="http://schemas.openxmlformats.org/officeDocument/2006/relationships/tags" Target="../tags/tag231.xml"/><Relationship Id="rId5" Type="http://schemas.openxmlformats.org/officeDocument/2006/relationships/tags" Target="../tags/tag230.xml"/><Relationship Id="rId4" Type="http://schemas.openxmlformats.org/officeDocument/2006/relationships/tags" Target="../tags/tag229.xml"/><Relationship Id="rId3" Type="http://schemas.openxmlformats.org/officeDocument/2006/relationships/tags" Target="../tags/tag228.xml"/><Relationship Id="rId2" Type="http://schemas.openxmlformats.org/officeDocument/2006/relationships/tags" Target="../tags/tag227.xml"/><Relationship Id="rId15" Type="http://schemas.openxmlformats.org/officeDocument/2006/relationships/slideLayout" Target="../slideLayouts/slideLayout23.xml"/><Relationship Id="rId14" Type="http://schemas.openxmlformats.org/officeDocument/2006/relationships/tags" Target="../tags/tag239.xml"/><Relationship Id="rId13" Type="http://schemas.openxmlformats.org/officeDocument/2006/relationships/tags" Target="../tags/tag238.xml"/><Relationship Id="rId12" Type="http://schemas.openxmlformats.org/officeDocument/2006/relationships/tags" Target="../tags/tag237.xml"/><Relationship Id="rId11" Type="http://schemas.openxmlformats.org/officeDocument/2006/relationships/tags" Target="../tags/tag236.xml"/><Relationship Id="rId10" Type="http://schemas.openxmlformats.org/officeDocument/2006/relationships/tags" Target="../tags/tag235.xml"/><Relationship Id="rId1" Type="http://schemas.openxmlformats.org/officeDocument/2006/relationships/tags" Target="../tags/tag226.xml"/></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24.xml"/><Relationship Id="rId7" Type="http://schemas.openxmlformats.org/officeDocument/2006/relationships/tags" Target="../tags/tag245.xml"/><Relationship Id="rId6" Type="http://schemas.openxmlformats.org/officeDocument/2006/relationships/tags" Target="../tags/tag244.xml"/><Relationship Id="rId5" Type="http://schemas.openxmlformats.org/officeDocument/2006/relationships/tags" Target="../tags/tag243.xml"/><Relationship Id="rId4" Type="http://schemas.openxmlformats.org/officeDocument/2006/relationships/tags" Target="../tags/tag242.xml"/><Relationship Id="rId3" Type="http://schemas.openxmlformats.org/officeDocument/2006/relationships/image" Target="../media/image5.jpeg"/><Relationship Id="rId2" Type="http://schemas.openxmlformats.org/officeDocument/2006/relationships/tags" Target="../tags/tag241.xml"/><Relationship Id="rId1" Type="http://schemas.openxmlformats.org/officeDocument/2006/relationships/tags" Target="../tags/tag240.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5.xml"/><Relationship Id="rId3" Type="http://schemas.openxmlformats.org/officeDocument/2006/relationships/tags" Target="../tags/tag247.xml"/><Relationship Id="rId2" Type="http://schemas.openxmlformats.org/officeDocument/2006/relationships/image" Target="../media/image6.png"/><Relationship Id="rId1" Type="http://schemas.openxmlformats.org/officeDocument/2006/relationships/tags" Target="../tags/tag246.xml"/></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27.xml"/><Relationship Id="rId7" Type="http://schemas.openxmlformats.org/officeDocument/2006/relationships/tags" Target="../tags/tag250.xml"/><Relationship Id="rId6" Type="http://schemas.openxmlformats.org/officeDocument/2006/relationships/image" Target="../media/image8.png"/><Relationship Id="rId5" Type="http://schemas.microsoft.com/office/2007/relationships/media" Target="../media/media1.mp4"/><Relationship Id="rId4" Type="http://schemas.openxmlformats.org/officeDocument/2006/relationships/video" Target="../media/media1.mp4"/><Relationship Id="rId3" Type="http://schemas.openxmlformats.org/officeDocument/2006/relationships/image" Target="../media/image7.jpeg"/><Relationship Id="rId2" Type="http://schemas.openxmlformats.org/officeDocument/2006/relationships/tags" Target="../tags/tag249.xml"/><Relationship Id="rId1" Type="http://schemas.openxmlformats.org/officeDocument/2006/relationships/tags" Target="../tags/tag248.xml"/></Relationships>
</file>

<file path=ppt/slides/_rels/slide6.xml.rels><?xml version="1.0" encoding="UTF-8" standalone="yes"?>
<Relationships xmlns="http://schemas.openxmlformats.org/package/2006/relationships"><Relationship Id="rId9" Type="http://schemas.openxmlformats.org/officeDocument/2006/relationships/tags" Target="../tags/tag258.xml"/><Relationship Id="rId8" Type="http://schemas.openxmlformats.org/officeDocument/2006/relationships/tags" Target="../tags/tag257.xml"/><Relationship Id="rId7" Type="http://schemas.openxmlformats.org/officeDocument/2006/relationships/tags" Target="../tags/tag256.xml"/><Relationship Id="rId6" Type="http://schemas.openxmlformats.org/officeDocument/2006/relationships/tags" Target="../tags/tag255.xml"/><Relationship Id="rId5" Type="http://schemas.openxmlformats.org/officeDocument/2006/relationships/tags" Target="../tags/tag254.xml"/><Relationship Id="rId4" Type="http://schemas.openxmlformats.org/officeDocument/2006/relationships/tags" Target="../tags/tag253.xml"/><Relationship Id="rId3" Type="http://schemas.openxmlformats.org/officeDocument/2006/relationships/tags" Target="../tags/tag252.xml"/><Relationship Id="rId2" Type="http://schemas.openxmlformats.org/officeDocument/2006/relationships/image" Target="../media/image9.jpeg"/><Relationship Id="rId18" Type="http://schemas.openxmlformats.org/officeDocument/2006/relationships/slideLayout" Target="../slideLayouts/slideLayout26.xml"/><Relationship Id="rId17" Type="http://schemas.openxmlformats.org/officeDocument/2006/relationships/tags" Target="../tags/tag262.xml"/><Relationship Id="rId16" Type="http://schemas.openxmlformats.org/officeDocument/2006/relationships/image" Target="../media/image13.png"/><Relationship Id="rId15" Type="http://schemas.openxmlformats.org/officeDocument/2006/relationships/tags" Target="../tags/tag261.xml"/><Relationship Id="rId14" Type="http://schemas.openxmlformats.org/officeDocument/2006/relationships/image" Target="../media/image12.png"/><Relationship Id="rId13" Type="http://schemas.openxmlformats.org/officeDocument/2006/relationships/tags" Target="../tags/tag260.xml"/><Relationship Id="rId12" Type="http://schemas.openxmlformats.org/officeDocument/2006/relationships/image" Target="../media/image11.png"/><Relationship Id="rId11" Type="http://schemas.openxmlformats.org/officeDocument/2006/relationships/image" Target="../media/image10.png"/><Relationship Id="rId10" Type="http://schemas.openxmlformats.org/officeDocument/2006/relationships/tags" Target="../tags/tag259.xml"/><Relationship Id="rId1" Type="http://schemas.openxmlformats.org/officeDocument/2006/relationships/tags" Target="../tags/tag251.xml"/></Relationships>
</file>

<file path=ppt/slides/_rels/slide7.xml.rels><?xml version="1.0" encoding="UTF-8" standalone="yes"?>
<Relationships xmlns="http://schemas.openxmlformats.org/package/2006/relationships"><Relationship Id="rId9" Type="http://schemas.openxmlformats.org/officeDocument/2006/relationships/tags" Target="../tags/tag270.xml"/><Relationship Id="rId8" Type="http://schemas.openxmlformats.org/officeDocument/2006/relationships/tags" Target="../tags/tag269.xml"/><Relationship Id="rId7" Type="http://schemas.openxmlformats.org/officeDocument/2006/relationships/tags" Target="../tags/tag268.xml"/><Relationship Id="rId6" Type="http://schemas.openxmlformats.org/officeDocument/2006/relationships/tags" Target="../tags/tag267.xml"/><Relationship Id="rId5" Type="http://schemas.openxmlformats.org/officeDocument/2006/relationships/tags" Target="../tags/tag266.xml"/><Relationship Id="rId4" Type="http://schemas.openxmlformats.org/officeDocument/2006/relationships/tags" Target="../tags/tag265.xml"/><Relationship Id="rId3" Type="http://schemas.openxmlformats.org/officeDocument/2006/relationships/tags" Target="../tags/tag264.xml"/><Relationship Id="rId2" Type="http://schemas.openxmlformats.org/officeDocument/2006/relationships/image" Target="../media/image14.jpeg"/><Relationship Id="rId15" Type="http://schemas.openxmlformats.org/officeDocument/2006/relationships/slideLayout" Target="../slideLayouts/slideLayout29.xml"/><Relationship Id="rId14" Type="http://schemas.openxmlformats.org/officeDocument/2006/relationships/tags" Target="../tags/tag275.xml"/><Relationship Id="rId13" Type="http://schemas.openxmlformats.org/officeDocument/2006/relationships/tags" Target="../tags/tag274.xml"/><Relationship Id="rId12" Type="http://schemas.openxmlformats.org/officeDocument/2006/relationships/tags" Target="../tags/tag273.xml"/><Relationship Id="rId11" Type="http://schemas.openxmlformats.org/officeDocument/2006/relationships/tags" Target="../tags/tag272.xml"/><Relationship Id="rId10" Type="http://schemas.openxmlformats.org/officeDocument/2006/relationships/tags" Target="../tags/tag271.xml"/><Relationship Id="rId1" Type="http://schemas.openxmlformats.org/officeDocument/2006/relationships/tags" Target="../tags/tag263.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277.xml"/><Relationship Id="rId1" Type="http://schemas.openxmlformats.org/officeDocument/2006/relationships/tags" Target="../tags/tag27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6389"/>
            <p:custDataLst>
              <p:tags r:id="rId1"/>
            </p:custDataLst>
          </p:nvPr>
        </p:nvSpPr>
        <p:spPr/>
        <p:txBody>
          <a:bodyPr/>
          <a:lstStyle/>
          <a:p>
            <a:r>
              <a:rPr lang="en-US" altLang="en-US"/>
              <a:t>2026/05/0</a:t>
            </a:r>
            <a:r>
              <a:rPr lang="en-US" altLang="en-US">
                <a:ln>
                  <a:noFill/>
                  <a:prstDash val="sysDot"/>
                </a:ln>
                <a:gradFill>
                  <a:gsLst>
                    <a:gs pos="0">
                      <a:schemeClr val="accent1">
                        <a:lumMod val="5000"/>
                        <a:lumOff val="95000"/>
                      </a:schemeClr>
                    </a:gs>
                    <a:gs pos="100000">
                      <a:schemeClr val="accent1"/>
                    </a:gs>
                  </a:gsLst>
                  <a:lin ang="15600000" scaled="0"/>
                </a:gradFill>
                <a:uFillTx/>
              </a:rPr>
              <a:t>7</a:t>
            </a:r>
            <a:endParaRPr lang="en-US" altLang="en-US"/>
          </a:p>
        </p:txBody>
      </p:sp>
      <p:sp>
        <p:nvSpPr>
          <p:cNvPr id="3" name="标题"/>
          <p:cNvSpPr>
            <a:spLocks noGrp="1"/>
          </p:cNvSpPr>
          <p:nvPr>
            <p:ph type="title" idx="16388"/>
            <p:custDataLst>
              <p:tags r:id="rId2"/>
            </p:custDataLst>
          </p:nvPr>
        </p:nvSpPr>
        <p:spPr/>
        <p:txBody>
          <a:bodyPr>
            <a:normAutofit/>
          </a:bodyPr>
          <a:lstStyle/>
          <a:p>
            <a:r>
              <a:rPr lang="zh-CN" altLang="en-US"/>
              <a:t>Gree</a:t>
            </a:r>
            <a:r>
              <a:rPr lang="en-US" altLang="zh-CN"/>
              <a:t>n</a:t>
            </a:r>
            <a:r>
              <a:rPr lang="zh-CN" altLang="en-US"/>
              <a:t> Sig</a:t>
            </a:r>
            <a:r>
              <a:rPr lang="en-US" altLang="zh-CN"/>
              <a:t>h</a:t>
            </a:r>
            <a:r>
              <a:rPr lang="zh-CN" altLang="en-US"/>
              <a:t>t AI</a:t>
            </a:r>
            <a:endParaRPr lang="zh-CN" altLang="en-US"/>
          </a:p>
        </p:txBody>
      </p:sp>
      <p:sp>
        <p:nvSpPr>
          <p:cNvPr id="4" name="署名"/>
          <p:cNvSpPr>
            <a:spLocks noGrp="1"/>
          </p:cNvSpPr>
          <p:nvPr>
            <p:ph type="body" idx="16390"/>
            <p:custDataLst>
              <p:tags r:id="rId3"/>
            </p:custDataLst>
          </p:nvPr>
        </p:nvSpPr>
        <p:spPr>
          <a:xfrm>
            <a:off x="8478253" y="3413184"/>
            <a:ext cx="2697790" cy="533400"/>
          </a:xfrm>
        </p:spPr>
        <p:txBody>
          <a:bodyPr>
            <a:normAutofit fontScale="87500"/>
          </a:bodyPr>
          <a:lstStyle/>
          <a:p>
            <a:r>
              <a:rPr lang="en-US" altLang="zh-CN" dirty="0"/>
              <a:t>Session [3] — Group [9] </a:t>
            </a:r>
            <a:endParaRPr lang="en-US" altLang="zh-CN" dirty="0"/>
          </a:p>
        </p:txBody>
      </p:sp>
    </p:spTree>
    <p:custDataLst>
      <p:tags r:id="rId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6386"/>
            <p:custDataLst>
              <p:tags r:id="rId1"/>
            </p:custDataLst>
          </p:nvPr>
        </p:nvSpPr>
        <p:spPr/>
        <p:txBody>
          <a:bodyPr/>
          <a:lstStyle/>
          <a:p>
            <a:pPr algn="ctr">
              <a:lnSpc>
                <a:spcPct val="125000"/>
              </a:lnSpc>
            </a:pPr>
            <a:r>
              <a:rPr lang="zh-CN" altLang="en-US"/>
              <a:t>CONTENTS</a:t>
            </a:r>
            <a:endParaRPr lang="zh-CN" altLang="en-US"/>
          </a:p>
        </p:txBody>
      </p:sp>
      <p:sp>
        <p:nvSpPr>
          <p:cNvPr id="4" name="文本占位符 3"/>
          <p:cNvSpPr>
            <a:spLocks noGrp="1"/>
          </p:cNvSpPr>
          <p:nvPr>
            <p:ph type="body" idx="16388"/>
            <p:custDataLst>
              <p:tags r:id="rId2"/>
            </p:custDataLst>
          </p:nvPr>
        </p:nvSpPr>
        <p:spPr/>
        <p:txBody>
          <a:bodyPr/>
          <a:lstStyle/>
          <a:p>
            <a:pPr algn="ctr">
              <a:lnSpc>
                <a:spcPct val="109000"/>
              </a:lnSpc>
            </a:pPr>
            <a:r>
              <a:rPr lang="en-US" altLang="en-US"/>
              <a:t>01</a:t>
            </a:r>
            <a:endParaRPr lang="en-US" altLang="en-US"/>
          </a:p>
        </p:txBody>
      </p:sp>
      <p:sp>
        <p:nvSpPr>
          <p:cNvPr id="5" name="装饰  3"/>
          <p:cNvSpPr>
            <a:spLocks noGrp="1"/>
          </p:cNvSpPr>
          <p:nvPr>
            <p:ph type="body" idx="16395"/>
            <p:custDataLst>
              <p:tags r:id="rId3"/>
            </p:custDataLst>
          </p:nvPr>
        </p:nvSpPr>
        <p:spPr/>
        <p:txBody>
          <a:bodyPr/>
          <a:lstStyle/>
          <a:p>
            <a:r>
              <a:rPr lang="zh-CN" altLang="en-US"/>
              <a:t> </a:t>
            </a:r>
            <a:endParaRPr lang="zh-CN" altLang="en-US"/>
          </a:p>
        </p:txBody>
      </p:sp>
      <p:sp>
        <p:nvSpPr>
          <p:cNvPr id="6" name="文本占位符 5"/>
          <p:cNvSpPr>
            <a:spLocks noGrp="1"/>
          </p:cNvSpPr>
          <p:nvPr>
            <p:ph type="body" idx="16387"/>
            <p:custDataLst>
              <p:tags r:id="rId4"/>
            </p:custDataLst>
          </p:nvPr>
        </p:nvSpPr>
        <p:spPr/>
        <p:txBody>
          <a:bodyPr>
            <a:normAutofit/>
          </a:bodyPr>
          <a:lstStyle/>
          <a:p>
            <a:pPr algn="l">
              <a:lnSpc>
                <a:spcPct val="118000"/>
              </a:lnSpc>
            </a:pPr>
            <a:r>
              <a:rPr lang="zh-CN" altLang="en-US">
                <a:ln>
                  <a:noFill/>
                  <a:prstDash val="sysDot"/>
                </a:ln>
                <a:solidFill>
                  <a:schemeClr val="tx1"/>
                </a:solidFill>
                <a:uFillTx/>
              </a:rPr>
              <a:t>The problem</a:t>
            </a:r>
            <a:endParaRPr lang="zh-CN" altLang="en-US"/>
          </a:p>
        </p:txBody>
      </p:sp>
      <p:sp>
        <p:nvSpPr>
          <p:cNvPr id="7" name="文本占位符 6"/>
          <p:cNvSpPr>
            <a:spLocks noGrp="1"/>
          </p:cNvSpPr>
          <p:nvPr>
            <p:ph type="body" idx="16390"/>
            <p:custDataLst>
              <p:tags r:id="rId5"/>
            </p:custDataLst>
          </p:nvPr>
        </p:nvSpPr>
        <p:spPr/>
        <p:txBody>
          <a:bodyPr/>
          <a:lstStyle/>
          <a:p>
            <a:pPr algn="ctr">
              <a:lnSpc>
                <a:spcPct val="109000"/>
              </a:lnSpc>
            </a:pPr>
            <a:r>
              <a:rPr lang="en-US" altLang="en-US"/>
              <a:t>02</a:t>
            </a:r>
            <a:endParaRPr lang="en-US" altLang="en-US"/>
          </a:p>
        </p:txBody>
      </p:sp>
      <p:sp>
        <p:nvSpPr>
          <p:cNvPr id="8" name="装饰  6"/>
          <p:cNvSpPr>
            <a:spLocks noGrp="1"/>
          </p:cNvSpPr>
          <p:nvPr>
            <p:ph type="body" idx="16396"/>
            <p:custDataLst>
              <p:tags r:id="rId6"/>
            </p:custDataLst>
          </p:nvPr>
        </p:nvSpPr>
        <p:spPr/>
        <p:txBody>
          <a:bodyPr/>
          <a:lstStyle/>
          <a:p>
            <a:r>
              <a:rPr lang="zh-CN" altLang="en-US"/>
              <a:t> </a:t>
            </a:r>
            <a:endParaRPr lang="zh-CN" altLang="en-US"/>
          </a:p>
        </p:txBody>
      </p:sp>
      <p:sp>
        <p:nvSpPr>
          <p:cNvPr id="9" name="文本占位符 8"/>
          <p:cNvSpPr>
            <a:spLocks noGrp="1"/>
          </p:cNvSpPr>
          <p:nvPr>
            <p:ph type="body" idx="16389"/>
            <p:custDataLst>
              <p:tags r:id="rId7"/>
            </p:custDataLst>
          </p:nvPr>
        </p:nvSpPr>
        <p:spPr/>
        <p:txBody>
          <a:bodyPr>
            <a:normAutofit/>
          </a:bodyPr>
          <a:lstStyle/>
          <a:p>
            <a:pPr algn="l">
              <a:lnSpc>
                <a:spcPct val="118000"/>
              </a:lnSpc>
            </a:pPr>
            <a:r>
              <a:rPr lang="en-US" altLang="zh-CN">
                <a:ln>
                  <a:noFill/>
                  <a:prstDash val="sysDot"/>
                </a:ln>
                <a:solidFill>
                  <a:schemeClr val="tx1"/>
                </a:solidFill>
                <a:uFillTx/>
              </a:rPr>
              <a:t>Our</a:t>
            </a:r>
            <a:r>
              <a:rPr>
                <a:ln>
                  <a:noFill/>
                  <a:prstDash val="sysDot"/>
                </a:ln>
                <a:solidFill>
                  <a:schemeClr val="tx1"/>
                </a:solidFill>
                <a:uFillTx/>
              </a:rPr>
              <a:t> </a:t>
            </a:r>
            <a:r>
              <a:rPr lang="en-US" altLang="zh-CN">
                <a:ln>
                  <a:noFill/>
                  <a:prstDash val="sysDot"/>
                </a:ln>
                <a:solidFill>
                  <a:schemeClr val="tx1"/>
                </a:solidFill>
                <a:uFillTx/>
              </a:rPr>
              <a:t>product</a:t>
            </a:r>
            <a:endParaRPr lang="zh-CN" altLang="en-US"/>
          </a:p>
        </p:txBody>
      </p:sp>
      <p:sp>
        <p:nvSpPr>
          <p:cNvPr id="10" name="文本占位符 9"/>
          <p:cNvSpPr>
            <a:spLocks noGrp="1"/>
          </p:cNvSpPr>
          <p:nvPr>
            <p:ph type="body" idx="16392"/>
            <p:custDataLst>
              <p:tags r:id="rId8"/>
            </p:custDataLst>
          </p:nvPr>
        </p:nvSpPr>
        <p:spPr/>
        <p:txBody>
          <a:bodyPr/>
          <a:lstStyle/>
          <a:p>
            <a:pPr algn="ctr">
              <a:lnSpc>
                <a:spcPct val="109000"/>
              </a:lnSpc>
            </a:pPr>
            <a:r>
              <a:rPr lang="en-US" altLang="en-US"/>
              <a:t>03</a:t>
            </a:r>
            <a:endParaRPr lang="en-US" altLang="en-US"/>
          </a:p>
        </p:txBody>
      </p:sp>
      <p:sp>
        <p:nvSpPr>
          <p:cNvPr id="11" name="装饰  9"/>
          <p:cNvSpPr>
            <a:spLocks noGrp="1"/>
          </p:cNvSpPr>
          <p:nvPr>
            <p:ph type="body" idx="16397"/>
            <p:custDataLst>
              <p:tags r:id="rId9"/>
            </p:custDataLst>
          </p:nvPr>
        </p:nvSpPr>
        <p:spPr/>
        <p:txBody>
          <a:bodyPr/>
          <a:lstStyle/>
          <a:p>
            <a:r>
              <a:rPr lang="zh-CN" altLang="en-US"/>
              <a:t> </a:t>
            </a:r>
            <a:endParaRPr lang="zh-CN" altLang="en-US"/>
          </a:p>
        </p:txBody>
      </p:sp>
      <p:sp>
        <p:nvSpPr>
          <p:cNvPr id="12" name="文本占位符 11"/>
          <p:cNvSpPr>
            <a:spLocks noGrp="1"/>
          </p:cNvSpPr>
          <p:nvPr>
            <p:ph type="body" idx="16391"/>
            <p:custDataLst>
              <p:tags r:id="rId10"/>
            </p:custDataLst>
          </p:nvPr>
        </p:nvSpPr>
        <p:spPr/>
        <p:txBody>
          <a:bodyPr>
            <a:normAutofit/>
          </a:bodyPr>
          <a:lstStyle/>
          <a:p>
            <a:pPr algn="l">
              <a:lnSpc>
                <a:spcPct val="118000"/>
              </a:lnSpc>
            </a:pPr>
            <a:r>
              <a:rPr lang="en-US" altLang="zh-CN"/>
              <a:t>Validation evidence</a:t>
            </a:r>
            <a:endParaRPr lang="en-US" altLang="zh-CN"/>
          </a:p>
        </p:txBody>
      </p:sp>
      <p:sp>
        <p:nvSpPr>
          <p:cNvPr id="13" name="文本占位符 12"/>
          <p:cNvSpPr>
            <a:spLocks noGrp="1"/>
          </p:cNvSpPr>
          <p:nvPr>
            <p:ph type="body" idx="16394"/>
            <p:custDataLst>
              <p:tags r:id="rId11"/>
            </p:custDataLst>
          </p:nvPr>
        </p:nvSpPr>
        <p:spPr/>
        <p:txBody>
          <a:bodyPr/>
          <a:lstStyle/>
          <a:p>
            <a:pPr algn="ctr">
              <a:lnSpc>
                <a:spcPct val="109000"/>
              </a:lnSpc>
            </a:pPr>
            <a:r>
              <a:rPr lang="en-US" altLang="en-US"/>
              <a:t>04</a:t>
            </a:r>
            <a:endParaRPr lang="en-US" altLang="en-US"/>
          </a:p>
        </p:txBody>
      </p:sp>
      <p:sp>
        <p:nvSpPr>
          <p:cNvPr id="14" name="装饰  2"/>
          <p:cNvSpPr>
            <a:spLocks noGrp="1"/>
          </p:cNvSpPr>
          <p:nvPr>
            <p:ph type="body" idx="16398"/>
            <p:custDataLst>
              <p:tags r:id="rId12"/>
            </p:custDataLst>
          </p:nvPr>
        </p:nvSpPr>
        <p:spPr/>
        <p:txBody>
          <a:bodyPr/>
          <a:lstStyle/>
          <a:p>
            <a:r>
              <a:rPr lang="zh-CN" altLang="en-US"/>
              <a:t> </a:t>
            </a:r>
            <a:endParaRPr lang="zh-CN" altLang="en-US"/>
          </a:p>
        </p:txBody>
      </p:sp>
      <p:sp>
        <p:nvSpPr>
          <p:cNvPr id="15" name="文本占位符 14"/>
          <p:cNvSpPr>
            <a:spLocks noGrp="1"/>
          </p:cNvSpPr>
          <p:nvPr>
            <p:ph type="body" idx="16393"/>
            <p:custDataLst>
              <p:tags r:id="rId13"/>
            </p:custDataLst>
          </p:nvPr>
        </p:nvSpPr>
        <p:spPr/>
        <p:txBody>
          <a:bodyPr>
            <a:normAutofit/>
          </a:bodyPr>
          <a:lstStyle/>
          <a:p>
            <a:pPr algn="l">
              <a:lnSpc>
                <a:spcPct val="118000"/>
              </a:lnSpc>
            </a:pPr>
            <a:r>
              <a:rPr lang="en-US" altLang="zh-CN">
                <a:ln>
                  <a:noFill/>
                  <a:prstDash val="sysDot"/>
                </a:ln>
                <a:solidFill>
                  <a:schemeClr val="tx1"/>
                </a:solidFill>
                <a:uFillTx/>
              </a:rPr>
              <a:t>Application prospects</a:t>
            </a:r>
            <a:endParaRPr lang="zh-CN" altLang="en-US"/>
          </a:p>
        </p:txBody>
      </p:sp>
    </p:spTree>
    <p:custDataLst>
      <p:tags r:id="rId1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ctrTitle" idx="16385"/>
            <p:custDataLst>
              <p:tags r:id="rId1"/>
            </p:custDataLst>
          </p:nvPr>
        </p:nvSpPr>
        <p:spPr/>
        <p:txBody>
          <a:bodyPr/>
          <a:lstStyle/>
          <a:p>
            <a:r>
              <a:rPr lang="en-US" altLang="zh-CN"/>
              <a:t>The problem</a:t>
            </a:r>
            <a:endParaRPr lang="zh-CN" altLang="en-US"/>
          </a:p>
        </p:txBody>
      </p:sp>
      <p:pic>
        <p:nvPicPr>
          <p:cNvPr id="3" name="内容占位符 2" descr="4230d635-485a-11f1-98ea-ea658387e279"/>
          <p:cNvPicPr>
            <a:picLocks noGrp="1" noChangeAspect="1"/>
          </p:cNvPicPr>
          <p:nvPr>
            <p:ph idx="16390"/>
            <p:custDataLst>
              <p:tags r:id="rId2"/>
            </p:custDataLst>
          </p:nvPr>
        </p:nvPicPr>
        <p:blipFill>
          <a:blip r:embed="rId3"/>
          <a:srcRect t="15205" b="15205"/>
          <a:stretch>
            <a:fillRect/>
          </a:stretch>
        </p:blipFill>
        <p:spPr>
          <a:xfrm>
            <a:off x="609600" y="3403600"/>
            <a:ext cx="10972800" cy="2844800"/>
          </a:xfrm>
          <a:custGeom>
            <a:avLst/>
            <a:gdLst>
              <a:gd name="connisteX0" fmla="*/ 0 w 10972800"/>
              <a:gd name="connsiteY0" fmla="*/ 203200 h 2844800"/>
              <a:gd name="connisteX1" fmla="*/ 203200 w 10972800"/>
              <a:gd name="connsiteY1" fmla="*/ 0 h 2844800"/>
              <a:gd name="connisteX2" fmla="*/ 10769600 w 10972800"/>
              <a:gd name="connsiteY2" fmla="*/ 0 h 2844800"/>
              <a:gd name="connisteX3" fmla="*/ 10972800 w 10972800"/>
              <a:gd name="connsiteY3" fmla="*/ 203200 h 2844800"/>
              <a:gd name="connisteX4" fmla="*/ 10972800 w 10972800"/>
              <a:gd name="connsiteY4" fmla="*/ 2641600 h 2844800"/>
              <a:gd name="connisteX5" fmla="*/ 10769600 w 10972800"/>
              <a:gd name="connsiteY5" fmla="*/ 2844800 h 2844800"/>
              <a:gd name="connisteX6" fmla="*/ 203200 w 10972800"/>
              <a:gd name="connsiteY6" fmla="*/ 2844800 h 2844800"/>
              <a:gd name="connisteX7" fmla="*/ 0 w 10972800"/>
              <a:gd name="connsiteY7" fmla="*/ 2641600 h 2844800"/>
              <a:gd name="connisteX8" fmla="*/ 0 w 10972800"/>
              <a:gd name="connsiteY8" fmla="*/ 203200 h 2844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844800">
                <a:moveTo>
                  <a:pt x="0" y="203200"/>
                </a:moveTo>
                <a:cubicBezTo>
                  <a:pt x="0" y="90976"/>
                  <a:pt x="90976" y="0"/>
                  <a:pt x="203200" y="0"/>
                </a:cubicBezTo>
                <a:lnTo>
                  <a:pt x="10769600" y="0"/>
                </a:lnTo>
                <a:cubicBezTo>
                  <a:pt x="10881824" y="0"/>
                  <a:pt x="10972800" y="90976"/>
                  <a:pt x="10972800" y="203200"/>
                </a:cubicBezTo>
                <a:lnTo>
                  <a:pt x="10972800" y="2641600"/>
                </a:lnTo>
                <a:cubicBezTo>
                  <a:pt x="10972800" y="2753824"/>
                  <a:pt x="10881824" y="2844800"/>
                  <a:pt x="10769600" y="2844800"/>
                </a:cubicBezTo>
                <a:lnTo>
                  <a:pt x="203200" y="2844800"/>
                </a:lnTo>
                <a:cubicBezTo>
                  <a:pt x="90976" y="2844800"/>
                  <a:pt x="0" y="2753824"/>
                  <a:pt x="0" y="2641600"/>
                </a:cubicBezTo>
                <a:lnTo>
                  <a:pt x="0" y="203200"/>
                </a:lnTo>
                <a:close/>
              </a:path>
            </a:pathLst>
          </a:custGeom>
        </p:spPr>
      </p:pic>
      <p:sp>
        <p:nvSpPr>
          <p:cNvPr id="4" name="装饰  2"/>
          <p:cNvSpPr>
            <a:spLocks noGrp="1"/>
          </p:cNvSpPr>
          <p:nvPr>
            <p:ph type="body" idx="16391"/>
            <p:custDataLst>
              <p:tags r:id="rId4"/>
            </p:custDataLst>
          </p:nvPr>
        </p:nvSpPr>
        <p:spPr>
          <a:xfrm>
            <a:off x="609589" y="1597744"/>
            <a:ext cx="50800" cy="1422400"/>
          </a:xfrm>
        </p:spPr>
        <p:txBody>
          <a:bodyPr/>
          <a:lstStyle/>
          <a:p>
            <a:r>
              <a:rPr lang="zh-CN" altLang="en-US" dirty="0"/>
              <a:t> </a:t>
            </a:r>
            <a:endParaRPr lang="zh-CN" altLang="en-US" dirty="0"/>
          </a:p>
        </p:txBody>
      </p:sp>
      <p:sp>
        <p:nvSpPr>
          <p:cNvPr id="6" name="文本占位符 5"/>
          <p:cNvSpPr>
            <a:spLocks noGrp="1"/>
          </p:cNvSpPr>
          <p:nvPr>
            <p:ph type="body" idx="16387"/>
            <p:custDataLst>
              <p:tags r:id="rId5"/>
            </p:custDataLst>
          </p:nvPr>
        </p:nvSpPr>
        <p:spPr>
          <a:xfrm>
            <a:off x="762000" y="1524018"/>
            <a:ext cx="5029200" cy="1422382"/>
          </a:xfrm>
        </p:spPr>
        <p:txBody>
          <a:bodyPr>
            <a:normAutofit fontScale="90000"/>
          </a:bodyPr>
          <a:lstStyle/>
          <a:p>
            <a:pPr algn="l">
              <a:lnSpc>
                <a:spcPct val="125000"/>
              </a:lnSpc>
            </a:pPr>
            <a:r>
              <a:rPr lang="zh-CN" altLang="en-US" dirty="0">
                <a:ln>
                  <a:noFill/>
                  <a:prstDash val="sysDot"/>
                </a:ln>
                <a:solidFill>
                  <a:schemeClr val="tx1"/>
                </a:solidFill>
                <a:uFillTx/>
              </a:rPr>
              <a:t>Students, home gardeners, and small greenhouse operators often overlook environmental parameter fluctuations (temperature, humidity, air pressure) and early abnormal plant symptoms, leading to plants being noticed only after obvious problems appear.</a:t>
            </a:r>
            <a:endParaRPr lang="zh-CN" altLang="en-US" dirty="0"/>
          </a:p>
        </p:txBody>
      </p:sp>
      <p:sp>
        <p:nvSpPr>
          <p:cNvPr id="7" name="装饰  5"/>
          <p:cNvSpPr>
            <a:spLocks noGrp="1"/>
          </p:cNvSpPr>
          <p:nvPr>
            <p:ph type="body" idx="16392"/>
            <p:custDataLst>
              <p:tags r:id="rId6"/>
            </p:custDataLst>
          </p:nvPr>
        </p:nvSpPr>
        <p:spPr>
          <a:xfrm>
            <a:off x="6167597" y="1597744"/>
            <a:ext cx="50800" cy="1422400"/>
          </a:xfrm>
        </p:spPr>
        <p:txBody>
          <a:bodyPr/>
          <a:lstStyle/>
          <a:p>
            <a:r>
              <a:rPr lang="zh-CN" altLang="en-US" dirty="0"/>
              <a:t> </a:t>
            </a:r>
            <a:endParaRPr lang="zh-CN" altLang="en-US" dirty="0"/>
          </a:p>
        </p:txBody>
      </p:sp>
    </p:spTree>
    <p:custDataLst>
      <p:tags r:id="rId7"/>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1"/>
            </p:custDataLst>
          </p:nvPr>
        </p:nvSpPr>
        <p:spPr>
          <a:xfrm>
            <a:off x="781413" y="339777"/>
            <a:ext cx="7801794" cy="609600"/>
          </a:xfrm>
        </p:spPr>
        <p:txBody>
          <a:bodyPr>
            <a:normAutofit/>
          </a:bodyPr>
          <a:lstStyle/>
          <a:p>
            <a:pPr algn="l">
              <a:lnSpc>
                <a:spcPct val="111000"/>
              </a:lnSpc>
            </a:pPr>
            <a:r>
              <a:rPr lang="zh-CN" altLang="en-US">
                <a:ln>
                  <a:noFill/>
                  <a:prstDash val="sysDot"/>
                </a:ln>
                <a:solidFill>
                  <a:schemeClr val="tx1"/>
                </a:solidFill>
                <a:uFillTx/>
              </a:rPr>
              <a:t>O</a:t>
            </a:r>
            <a:r>
              <a:rPr lang="en-US" altLang="zh-CN">
                <a:ln>
                  <a:noFill/>
                  <a:prstDash val="sysDot"/>
                </a:ln>
                <a:solidFill>
                  <a:schemeClr val="tx1"/>
                </a:solidFill>
                <a:uFillTx/>
              </a:rPr>
              <a:t>ur product</a:t>
            </a:r>
            <a:endParaRPr lang="zh-CN" altLang="en-US"/>
          </a:p>
        </p:txBody>
      </p:sp>
      <p:pic>
        <p:nvPicPr>
          <p:cNvPr id="27" name="图片 26"/>
          <p:cNvPicPr>
            <a:picLocks noChangeAspect="1"/>
          </p:cNvPicPr>
          <p:nvPr/>
        </p:nvPicPr>
        <p:blipFill>
          <a:blip r:embed="rId2"/>
          <a:stretch>
            <a:fillRect/>
          </a:stretch>
        </p:blipFill>
        <p:spPr>
          <a:xfrm>
            <a:off x="6251029" y="339777"/>
            <a:ext cx="5335906" cy="6266268"/>
          </a:xfrm>
          <a:prstGeom prst="rect">
            <a:avLst/>
          </a:prstGeom>
        </p:spPr>
      </p:pic>
      <p:sp>
        <p:nvSpPr>
          <p:cNvPr id="29" name="文本框 28"/>
          <p:cNvSpPr txBox="1"/>
          <p:nvPr userDrawn="1"/>
        </p:nvSpPr>
        <p:spPr>
          <a:xfrm>
            <a:off x="781413" y="1188861"/>
            <a:ext cx="3502764" cy="4000747"/>
          </a:xfrm>
          <a:prstGeom prst="rect">
            <a:avLst/>
          </a:prstGeom>
        </p:spPr>
        <p:txBody>
          <a:bodyPr wrap="square" rtlCol="0">
            <a:noAutofit/>
          </a:bodyPr>
          <a:lstStyle/>
          <a:p>
            <a:r>
              <a:rPr lang="en-US" altLang="zh-CN"/>
              <a:t>The Green Sight AI product provides users with an easy way to track the condition of plants and know when attention is needed. It not only displays values such as temperature and humidity but also provides alerts when the values are abnormal.</a:t>
            </a:r>
            <a:endParaRPr lang="zh-CN" altLang="en-US"/>
          </a:p>
        </p:txBody>
      </p:sp>
    </p:spTree>
    <p:custDataLst>
      <p:tags r:id="rId3"/>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ctrTitle" idx="16385"/>
            <p:custDataLst>
              <p:tags r:id="rId1"/>
            </p:custDataLst>
          </p:nvPr>
        </p:nvSpPr>
        <p:spPr/>
        <p:txBody>
          <a:bodyPr/>
          <a:lstStyle/>
          <a:p>
            <a:r>
              <a:rPr lang="en-US" altLang="zh-CN"/>
              <a:t>Demo demonstration</a:t>
            </a:r>
            <a:endParaRPr lang="zh-CN" altLang="en-US"/>
          </a:p>
        </p:txBody>
      </p:sp>
      <p:pic>
        <p:nvPicPr>
          <p:cNvPr id="3" name="内容占位符 2" descr="422fbe57-485a-11f1-a682-de763daea3e4"/>
          <p:cNvPicPr>
            <a:picLocks noGrp="1" noChangeAspect="1"/>
          </p:cNvPicPr>
          <p:nvPr>
            <p:ph idx="16392"/>
            <p:custDataLst>
              <p:tags r:id="rId2"/>
            </p:custDataLst>
          </p:nvPr>
        </p:nvPicPr>
        <p:blipFill>
          <a:blip r:embed="rId3"/>
          <a:srcRect t="243" b="243"/>
          <a:stretch>
            <a:fillRect/>
          </a:stretch>
        </p:blipFill>
        <p:spPr>
          <a:xfrm>
            <a:off x="6196705" y="533400"/>
            <a:ext cx="5486400" cy="5638800"/>
          </a:xfrm>
          <a:custGeom>
            <a:avLst/>
            <a:gdLst>
              <a:gd name="connisteX0" fmla="*/ 0 w 5486400"/>
              <a:gd name="connsiteY0" fmla="*/ 0 h 5638800"/>
              <a:gd name="connisteX1" fmla="*/ 5486400 w 5486400"/>
              <a:gd name="connsiteY1" fmla="*/ 0 h 5638800"/>
              <a:gd name="connisteX2" fmla="*/ 5486400 w 5486400"/>
              <a:gd name="connsiteY2" fmla="*/ 5638800 h 5638800"/>
              <a:gd name="connisteX3" fmla="*/ 0 w 5486400"/>
              <a:gd name="connsiteY3" fmla="*/ 5638800 h 5638800"/>
              <a:gd name="connisteX4" fmla="*/ 0 w 5486400"/>
              <a:gd name="connsiteY4" fmla="*/ 0 h 5638800"/>
            </a:gdLst>
            <a:ahLst/>
            <a:cxnLst>
              <a:cxn ang="0">
                <a:pos x="connisteX0" y="connsiteY0"/>
              </a:cxn>
              <a:cxn ang="0">
                <a:pos x="connisteX1" y="connsiteY1"/>
              </a:cxn>
              <a:cxn ang="0">
                <a:pos x="connisteX2" y="connsiteY2"/>
              </a:cxn>
              <a:cxn ang="0">
                <a:pos x="connisteX3" y="connsiteY3"/>
              </a:cxn>
              <a:cxn ang="0">
                <a:pos x="connisteX4" y="connsiteY4"/>
              </a:cxn>
            </a:cxnLst>
            <a:rect l="0" t="0" r="0" b="0"/>
            <a:pathLst>
              <a:path w="5486400" h="5638800">
                <a:moveTo>
                  <a:pt x="0" y="0"/>
                </a:moveTo>
                <a:lnTo>
                  <a:pt x="5486400" y="0"/>
                </a:lnTo>
                <a:lnTo>
                  <a:pt x="5486400" y="5638800"/>
                </a:lnTo>
                <a:lnTo>
                  <a:pt x="0" y="5638800"/>
                </a:lnTo>
                <a:lnTo>
                  <a:pt x="0" y="0"/>
                </a:lnTo>
                <a:close/>
              </a:path>
            </a:pathLst>
          </a:custGeom>
        </p:spPr>
      </p:pic>
      <p:pic>
        <p:nvPicPr>
          <p:cNvPr id="2" name="微信视频2026-05-06_174306_070">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642239" y="1130726"/>
            <a:ext cx="3803090" cy="4917299"/>
          </a:xfrm>
          <a:prstGeom prst="rect">
            <a:avLst/>
          </a:prstGeom>
        </p:spPr>
      </p:pic>
    </p:spTree>
    <p:custDataLst>
      <p:tags r:id="rId7"/>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285"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占位符 1" descr="42c6d7b2-485a-11f1-98ea-ea658387e279"/>
          <p:cNvPicPr>
            <a:picLocks noGrp="1" noChangeAspect="1"/>
          </p:cNvPicPr>
          <p:nvPr>
            <p:ph type="pic" idx="10"/>
            <p:custDataLst>
              <p:tags r:id="rId1"/>
            </p:custDataLst>
          </p:nvPr>
        </p:nvPicPr>
        <p:blipFill>
          <a:blip r:embed="rId2"/>
          <a:srcRect l="1" r="1"/>
          <a:stretch>
            <a:fillRect/>
          </a:stretch>
        </p:blipFill>
        <p:spPr>
          <a:xfrm>
            <a:off x="4267200" y="0"/>
            <a:ext cx="7924800" cy="6858000"/>
          </a:xfrm>
          <a:prstGeom prst="rect">
            <a:avLst/>
          </a:prstGeom>
          <a:noFill/>
          <a:ln>
            <a:noFill/>
          </a:ln>
        </p:spPr>
      </p:pic>
      <p:sp>
        <p:nvSpPr>
          <p:cNvPr id="7" name="任意多边形 6"/>
          <p:cNvSpPr/>
          <p:nvPr>
            <p:custDataLst>
              <p:tags r:id="rId3"/>
            </p:custDataLst>
          </p:nvPr>
        </p:nvSpPr>
        <p:spPr>
          <a:xfrm>
            <a:off x="0" y="0"/>
            <a:ext cx="12192000" cy="6858000"/>
          </a:xfrm>
          <a:custGeom>
            <a:avLst/>
            <a:gdLst>
              <a:gd name="sw" fmla="*/ 1 w 19200"/>
              <a:gd name="sh" fmla="*/ 1 h 10800"/>
              <a:gd name="mins" fmla="min sw sh"/>
              <a:gd name="dsw" fmla="+- 0 sw mins"/>
              <a:gd name="dsh" fmla="+- 0 sh mins"/>
              <a:gd name="p0a2dx" fmla="*/ dsw 1 1"/>
              <a:gd name="p0a2dy" fmla="*/ dsh 10798 1"/>
              <a:gd name="p0a3dx" fmla="*/ dsw 1 1"/>
              <a:gd name="p0a3dy" fmla="*/ dsh 1 1"/>
              <a:gd name="p0a0dx" fmla="*/ dsw 19198 1"/>
              <a:gd name="p0a0dy" fmla="*/ dsh 1 1"/>
              <a:gd name="p0a1dx" fmla="*/ dsw 19198 1"/>
              <a:gd name="p0a1dy" fmla="*/ dsh 10798 1"/>
              <a:gd name="p0x0s" fmla="*/ 1 mins 1"/>
              <a:gd name="p0x0" fmla="+- p0x0s p0a3dx 0"/>
              <a:gd name="p0y0s" fmla="*/ 0 mins 1"/>
              <a:gd name="p0y0" fmla="+- p0y0s p0a3dy 0"/>
              <a:gd name="p0x1s" fmla="*/ 19198 mins 1"/>
              <a:gd name="p0x1" fmla="+- p0x1s p0a0dx 0"/>
              <a:gd name="p0y1s" fmla="*/ 0 mins 1"/>
              <a:gd name="p0y1" fmla="+- p0y1s p0a0dy 0"/>
              <a:gd name="p0x2s" fmla="*/ 19199 mins 1"/>
              <a:gd name="p0x2" fmla="+- p0x2s p0a0dx 0"/>
              <a:gd name="p0y2s" fmla="*/ 0 mins 1"/>
              <a:gd name="p0y2" fmla="+- p0y2s p0a0dy 0"/>
              <a:gd name="p0x3s" fmla="*/ 19200 mins 1"/>
              <a:gd name="p0x3" fmla="+- p0x3s p0a0dx 0"/>
              <a:gd name="p0y3s" fmla="*/ 0 mins 1"/>
              <a:gd name="p0y3" fmla="+- p0y3s p0a0dy 0"/>
              <a:gd name="p0x4s" fmla="*/ 19200 mins 1"/>
              <a:gd name="p0x4" fmla="+- p0x4s p0a0dx 0"/>
              <a:gd name="p0y4s" fmla="*/ 1 mins 1"/>
              <a:gd name="p0y4" fmla="+- p0y4s p0a0dy 0"/>
              <a:gd name="p0x5s" fmla="*/ 19200 mins 1"/>
              <a:gd name="p0x5" fmla="+- p0x5s p0a1dx 0"/>
              <a:gd name="p0y5s" fmla="*/ 10798 mins 1"/>
              <a:gd name="p0y5" fmla="+- p0y5s p0a1dy 0"/>
              <a:gd name="p0x6s" fmla="*/ 19200 mins 1"/>
              <a:gd name="p0x6" fmla="+- p0x6s p0a1dx 0"/>
              <a:gd name="p0y6s" fmla="*/ 10799 mins 1"/>
              <a:gd name="p0y6" fmla="+- p0y6s p0a1dy 0"/>
              <a:gd name="p0x7s" fmla="*/ 19199 mins 1"/>
              <a:gd name="p0x7" fmla="+- p0x7s p0a1dx 0"/>
              <a:gd name="p0y7s" fmla="*/ 10800 mins 1"/>
              <a:gd name="p0y7" fmla="+- p0y7s p0a1dy 0"/>
              <a:gd name="p0x8s" fmla="*/ 19198 mins 1"/>
              <a:gd name="p0x8" fmla="+- p0x8s p0a1dx 0"/>
              <a:gd name="p0y8s" fmla="*/ 10800 mins 1"/>
              <a:gd name="p0y8" fmla="+- p0y8s p0a1dy 0"/>
              <a:gd name="p0x9s" fmla="*/ 1 mins 1"/>
              <a:gd name="p0x9" fmla="+- p0x9s p0a2dx 0"/>
              <a:gd name="p0y9s" fmla="*/ 10800 mins 1"/>
              <a:gd name="p0y9" fmla="+- p0y9s p0a2dy 0"/>
              <a:gd name="p0x10s" fmla="*/ 0 mins 1"/>
              <a:gd name="p0x10" fmla="+- p0x10s p0a2dx 0"/>
              <a:gd name="p0y10s" fmla="*/ 10800 mins 1"/>
              <a:gd name="p0y10" fmla="+- p0y10s p0a2dy 0"/>
              <a:gd name="p0x11s" fmla="*/ 0 mins 1"/>
              <a:gd name="p0x11" fmla="+- p0x11s p0a2dx 0"/>
              <a:gd name="p0y11s" fmla="*/ 10799 mins 1"/>
              <a:gd name="p0y11" fmla="+- p0y11s p0a2dy 0"/>
              <a:gd name="p0x12s" fmla="*/ 0 mins 1"/>
              <a:gd name="p0x12" fmla="+- p0x12s p0a2dx 0"/>
              <a:gd name="p0y12s" fmla="*/ 10798 mins 1"/>
              <a:gd name="p0y12" fmla="+- p0y12s p0a2dy 0"/>
              <a:gd name="p0x13s" fmla="*/ 0 mins 1"/>
              <a:gd name="p0x13" fmla="+- p0x13s p0a3dx 0"/>
              <a:gd name="p0y13s" fmla="*/ 1 mins 1"/>
              <a:gd name="p0y13" fmla="+- p0y13s p0a3dy 0"/>
              <a:gd name="p0x14s" fmla="*/ 0 mins 1"/>
              <a:gd name="p0x14" fmla="+- p0x14s p0a3dx 0"/>
              <a:gd name="p0y14s" fmla="*/ 0 mins 1"/>
              <a:gd name="p0y14" fmla="+- p0y14s p0a3dy 0"/>
              <a:gd name="p0x15s" fmla="*/ 0 mins 1"/>
              <a:gd name="p0x15" fmla="+- p0x15s p0a3dx 0"/>
              <a:gd name="p0y15s" fmla="*/ 0 mins 1"/>
              <a:gd name="p0y15" fmla="+- p0y15s p0a3dy 0"/>
              <a:gd name="p0x16s" fmla="*/ 1 mins 1"/>
              <a:gd name="p0x16" fmla="+- p0x16s p0a3dx 0"/>
              <a:gd name="p0y16s" fmla="*/ 0 mins 1"/>
              <a:gd name="p0y16" fmla="+- p0y16s p0a3dy 0"/>
            </a:gdLst>
            <a:ahLst/>
            <a:cxnLst/>
            <a:rect l="0" t="0" r="0" b="0"/>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gradFill>
            <a:gsLst>
              <a:gs pos="0">
                <a:schemeClr val="accent1">
                  <a:lumMod val="20000"/>
                </a:schemeClr>
              </a:gs>
              <a:gs pos="35000">
                <a:schemeClr val="accent1">
                  <a:lumMod val="20000"/>
                </a:schemeClr>
              </a:gs>
              <a:gs pos="70000">
                <a:schemeClr val="accent1">
                  <a:alpha val="0"/>
                  <a:lumMod val="20000"/>
                </a:schemeClr>
              </a:gs>
              <a:gs pos="100000">
                <a:schemeClr val="accent1">
                  <a:alpha val="0"/>
                  <a:lumMod val="20000"/>
                </a:schemeClr>
              </a:gs>
            </a:gsLst>
            <a:lin ang="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任意多边形 10"/>
          <p:cNvSpPr/>
          <p:nvPr>
            <p:custDataLst>
              <p:tags r:id="rId4"/>
            </p:custDataLst>
          </p:nvPr>
        </p:nvSpPr>
        <p:spPr>
          <a:xfrm>
            <a:off x="609600" y="1523365"/>
            <a:ext cx="5903063" cy="2247900"/>
          </a:xfrm>
          <a:custGeom>
            <a:avLst/>
            <a:gdLst>
              <a:gd name="sw" fmla="*/ 1 w 8280"/>
              <a:gd name="sh" fmla="*/ 1 h 3540"/>
              <a:gd name="mins" fmla="min sw sh"/>
              <a:gd name="dsw" fmla="+- 0 sw mins"/>
              <a:gd name="dsh" fmla="+- 0 sh mins"/>
              <a:gd name="p0x0" fmla="*/ 240 w 8280"/>
              <a:gd name="p0y0" fmla="*/ 0 h 3540"/>
              <a:gd name="p0x1" fmla="*/ 8040 w 8280"/>
              <a:gd name="p0y1" fmla="*/ 0 h 3540"/>
              <a:gd name="p0x2" fmla="*/ 8172 w 8280"/>
              <a:gd name="p0y2" fmla="*/ 0 h 3540"/>
              <a:gd name="p0x3" fmla="*/ 8280 w 8280"/>
              <a:gd name="p0y3" fmla="*/ 107 h 3540"/>
              <a:gd name="p0x4" fmla="*/ 8280 w 8280"/>
              <a:gd name="p0y4" fmla="*/ 240 h 3540"/>
              <a:gd name="p0x5" fmla="*/ 8280 w 8280"/>
              <a:gd name="p0y5" fmla="*/ 3300 h 3540"/>
              <a:gd name="p0x6" fmla="*/ 8280 w 8280"/>
              <a:gd name="p0y6" fmla="*/ 3432 h 3540"/>
              <a:gd name="p0x7" fmla="*/ 8172 w 8280"/>
              <a:gd name="p0y7" fmla="*/ 3540 h 3540"/>
              <a:gd name="p0x8" fmla="*/ 8040 w 8280"/>
              <a:gd name="p0y8" fmla="*/ 3540 h 3540"/>
              <a:gd name="p0x9" fmla="*/ 240 w 8280"/>
              <a:gd name="p0y9" fmla="*/ 3540 h 3540"/>
              <a:gd name="p0x10" fmla="*/ 107 w 8280"/>
              <a:gd name="p0y10" fmla="*/ 3540 h 3540"/>
              <a:gd name="p0x11" fmla="*/ 0 w 8280"/>
              <a:gd name="p0y11" fmla="*/ 3432 h 3540"/>
              <a:gd name="p0x12" fmla="*/ 0 w 8280"/>
              <a:gd name="p0y12" fmla="*/ 3300 h 3540"/>
              <a:gd name="p0x13" fmla="*/ 0 w 8280"/>
              <a:gd name="p0y13" fmla="*/ 240 h 3540"/>
              <a:gd name="p0x14" fmla="*/ 0 w 8280"/>
              <a:gd name="p0y14" fmla="*/ 107 h 3540"/>
              <a:gd name="p0x15" fmla="*/ 107 w 8280"/>
              <a:gd name="p0y15" fmla="*/ 0 h 3540"/>
              <a:gd name="p0x16" fmla="*/ 240 w 8280"/>
              <a:gd name="p0y16" fmla="*/ 0 h 3540"/>
            </a:gdLst>
            <a:ahLst/>
            <a:cxnLst/>
            <a:rect l="0" t="0" r="0" b="0"/>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lumMod val="50000"/>
            </a:schemeClr>
          </a:solidFill>
          <a:ln w="19050">
            <a:solidFill>
              <a:schemeClr val="accent1">
                <a:lumMod val="60000"/>
              </a:schemeClr>
            </a:solidFill>
          </a:ln>
          <a:effectLst>
            <a:outerShdw blurRad="171450" dist="95250" dir="5399999" algn="ctr" rotWithShape="0">
              <a:srgbClr val="000000">
                <a:alpha val="3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l"/>
            <a:endParaRPr lang="zh-CN" altLang="en-US">
              <a:latin typeface="微软雅黑" panose="020B0503020204020204" charset="-122"/>
              <a:ea typeface="微软雅黑" panose="020B0503020204020204" charset="-122"/>
            </a:endParaRPr>
          </a:p>
        </p:txBody>
      </p:sp>
      <p:sp>
        <p:nvSpPr>
          <p:cNvPr id="12" name="文本框 11"/>
          <p:cNvSpPr txBox="1"/>
          <p:nvPr>
            <p:custDataLst>
              <p:tags r:id="rId5"/>
            </p:custDataLst>
          </p:nvPr>
        </p:nvSpPr>
        <p:spPr>
          <a:xfrm>
            <a:off x="965200" y="1840865"/>
            <a:ext cx="4546600" cy="457200"/>
          </a:xfrm>
          <a:prstGeom prst="rect">
            <a:avLst/>
          </a:prstGeom>
          <a:noFill/>
        </p:spPr>
        <p:txBody>
          <a:bodyPr wrap="square" lIns="17780" tIns="0" rIns="17780" bIns="0" rtlCol="0" anchor="t">
            <a:noAutofit/>
          </a:bodyPr>
          <a:lstStyle/>
          <a:p>
            <a:pPr algn="l"/>
            <a:endParaRPr sz="2700">
              <a:solidFill>
                <a:schemeClr val="lt1"/>
              </a:solidFill>
              <a:latin typeface="微软雅黑" panose="020B0503020204020204" charset="-122"/>
              <a:ea typeface="微软雅黑" panose="020B0503020204020204" charset="-122"/>
            </a:endParaRPr>
          </a:p>
        </p:txBody>
      </p:sp>
      <p:sp>
        <p:nvSpPr>
          <p:cNvPr id="13" name="文本框 12"/>
          <p:cNvSpPr txBox="1"/>
          <p:nvPr>
            <p:custDataLst>
              <p:tags r:id="rId6"/>
            </p:custDataLst>
          </p:nvPr>
        </p:nvSpPr>
        <p:spPr>
          <a:xfrm>
            <a:off x="3463310" y="1626892"/>
            <a:ext cx="2822827" cy="1679424"/>
          </a:xfrm>
          <a:prstGeom prst="rect">
            <a:avLst/>
          </a:prstGeom>
          <a:noFill/>
        </p:spPr>
        <p:txBody>
          <a:bodyPr wrap="square" lIns="17780" tIns="0" rIns="17780" bIns="0" rtlCol="0" anchor="t">
            <a:noAutofit/>
          </a:bodyPr>
          <a:lstStyle/>
          <a:p>
            <a:pPr algn="l">
              <a:lnSpc>
                <a:spcPct val="120000"/>
              </a:lnSpc>
            </a:pPr>
            <a:r>
              <a:rPr lang="en-US" altLang="zh-CN" sz="1200">
                <a:solidFill>
                  <a:schemeClr val="lt1"/>
                </a:solidFill>
                <a:latin typeface="微软雅黑" panose="020B0503020204020204" charset="-122"/>
                <a:ea typeface="微软雅黑" panose="020B0503020204020204" charset="-122"/>
                <a:cs typeface="微软雅黑" panose="020B0503020204020204" charset="-122"/>
              </a:rPr>
              <a:t>As many as 86.52% of respondents have tried growing plants in their dormitories or homes; among those who have not tried (Q11), if there were tools to reduce the difficulty, 78.65% (38.2% would </a:t>
            </a:r>
            <a:r>
              <a:rPr lang="zh-CN" altLang="en-US" sz="1200">
                <a:solidFill>
                  <a:schemeClr val="lt1"/>
                </a:solidFill>
                <a:latin typeface="微软雅黑" panose="020B0503020204020204" charset="-122"/>
                <a:ea typeface="微软雅黑" panose="020B0503020204020204" charset="-122"/>
                <a:cs typeface="微软雅黑" panose="020B0503020204020204" charset="-122"/>
              </a:rPr>
              <a:t>+ </a:t>
            </a:r>
            <a:r>
              <a:rPr lang="en-US" altLang="zh-CN" sz="1200">
                <a:solidFill>
                  <a:schemeClr val="lt1"/>
                </a:solidFill>
                <a:latin typeface="微软雅黑" panose="020B0503020204020204" charset="-122"/>
                <a:ea typeface="微软雅黑" panose="020B0503020204020204" charset="-122"/>
                <a:cs typeface="微软雅黑" panose="020B0503020204020204" charset="-122"/>
              </a:rPr>
              <a:t>40.45% might) are willing to start trying.</a:t>
            </a:r>
            <a:endParaRPr lang="zh-CN" altLang="en-US" sz="1200">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14" name="任意多边形 13"/>
          <p:cNvSpPr/>
          <p:nvPr>
            <p:custDataLst>
              <p:tags r:id="rId7"/>
            </p:custDataLst>
          </p:nvPr>
        </p:nvSpPr>
        <p:spPr>
          <a:xfrm>
            <a:off x="609600" y="3999865"/>
            <a:ext cx="5903037" cy="2248535"/>
          </a:xfrm>
          <a:custGeom>
            <a:avLst/>
            <a:gdLst>
              <a:gd name="sw" fmla="*/ 1 w 8280"/>
              <a:gd name="sh" fmla="*/ 1 h 3541"/>
              <a:gd name="mins" fmla="min sw sh"/>
              <a:gd name="dsw" fmla="+- 0 sw mins"/>
              <a:gd name="dsh" fmla="+- 0 sh mins"/>
              <a:gd name="p0x0" fmla="*/ 240 w 8280"/>
              <a:gd name="p0y0" fmla="*/ 0 h 3541"/>
              <a:gd name="p0x1" fmla="*/ 8040 w 8280"/>
              <a:gd name="p0y1" fmla="*/ 0 h 3541"/>
              <a:gd name="p0x2" fmla="*/ 8172 w 8280"/>
              <a:gd name="p0y2" fmla="*/ 0 h 3541"/>
              <a:gd name="p0x3" fmla="*/ 8280 w 8280"/>
              <a:gd name="p0y3" fmla="*/ 107 h 3541"/>
              <a:gd name="p0x4" fmla="*/ 8280 w 8280"/>
              <a:gd name="p0y4" fmla="*/ 240 h 3541"/>
              <a:gd name="p0x5" fmla="*/ 8280 w 8280"/>
              <a:gd name="p0y5" fmla="*/ 3301 h 3541"/>
              <a:gd name="p0x6" fmla="*/ 8280 w 8280"/>
              <a:gd name="p0y6" fmla="*/ 3433 h 3541"/>
              <a:gd name="p0x7" fmla="*/ 8172 w 8280"/>
              <a:gd name="p0y7" fmla="*/ 3541 h 3541"/>
              <a:gd name="p0x8" fmla="*/ 8040 w 8280"/>
              <a:gd name="p0y8" fmla="*/ 3541 h 3541"/>
              <a:gd name="p0x9" fmla="*/ 240 w 8280"/>
              <a:gd name="p0y9" fmla="*/ 3541 h 3541"/>
              <a:gd name="p0x10" fmla="*/ 107 w 8280"/>
              <a:gd name="p0y10" fmla="*/ 3541 h 3541"/>
              <a:gd name="p0x11" fmla="*/ 0 w 8280"/>
              <a:gd name="p0y11" fmla="*/ 3433 h 3541"/>
              <a:gd name="p0x12" fmla="*/ 0 w 8280"/>
              <a:gd name="p0y12" fmla="*/ 3301 h 3541"/>
              <a:gd name="p0x13" fmla="*/ 0 w 8280"/>
              <a:gd name="p0y13" fmla="*/ 240 h 3541"/>
              <a:gd name="p0x14" fmla="*/ 0 w 8280"/>
              <a:gd name="p0y14" fmla="*/ 107 h 3541"/>
              <a:gd name="p0x15" fmla="*/ 107 w 8280"/>
              <a:gd name="p0y15" fmla="*/ 0 h 3541"/>
              <a:gd name="p0x16" fmla="*/ 240 w 8280"/>
              <a:gd name="p0y16" fmla="*/ 0 h 3541"/>
            </a:gdLst>
            <a:ahLst/>
            <a:cxnLst/>
            <a:rect l="0" t="0" r="0" b="0"/>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lumMod val="50000"/>
            </a:schemeClr>
          </a:solidFill>
          <a:ln w="19050">
            <a:solidFill>
              <a:schemeClr val="accent1">
                <a:lumMod val="60000"/>
              </a:schemeClr>
            </a:solidFill>
          </a:ln>
          <a:effectLst>
            <a:outerShdw blurRad="171450" dist="95250" dir="5399999" algn="ctr" rotWithShape="0">
              <a:srgbClr val="000000">
                <a:alpha val="3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l"/>
            <a:endParaRPr lang="zh-CN" altLang="en-US">
              <a:latin typeface="微软雅黑" panose="020B0503020204020204" charset="-122"/>
              <a:ea typeface="微软雅黑" panose="020B0503020204020204" charset="-122"/>
            </a:endParaRPr>
          </a:p>
        </p:txBody>
      </p:sp>
      <p:sp>
        <p:nvSpPr>
          <p:cNvPr id="15" name="文本框 14"/>
          <p:cNvSpPr txBox="1"/>
          <p:nvPr>
            <p:custDataLst>
              <p:tags r:id="rId8"/>
            </p:custDataLst>
          </p:nvPr>
        </p:nvSpPr>
        <p:spPr>
          <a:xfrm>
            <a:off x="965200" y="4317365"/>
            <a:ext cx="4546600" cy="457200"/>
          </a:xfrm>
          <a:prstGeom prst="rect">
            <a:avLst/>
          </a:prstGeom>
          <a:noFill/>
        </p:spPr>
        <p:txBody>
          <a:bodyPr wrap="square" lIns="17780" tIns="0" rIns="17780" bIns="0" rtlCol="0" anchor="t">
            <a:noAutofit/>
          </a:bodyPr>
          <a:lstStyle/>
          <a:p>
            <a:pPr algn="l"/>
            <a:endParaRPr lang="zh-CN" sz="2700">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custDataLst>
              <p:tags r:id="rId9"/>
            </p:custDataLst>
          </p:nvPr>
        </p:nvSpPr>
        <p:spPr>
          <a:xfrm>
            <a:off x="3463310" y="4103134"/>
            <a:ext cx="3049327" cy="1028700"/>
          </a:xfrm>
          <a:prstGeom prst="rect">
            <a:avLst/>
          </a:prstGeom>
          <a:noFill/>
        </p:spPr>
        <p:txBody>
          <a:bodyPr wrap="square" lIns="17780" tIns="0" rIns="17780" bIns="0" rtlCol="0" anchor="t">
            <a:noAutofit/>
          </a:bodyPr>
          <a:lstStyle/>
          <a:p>
            <a:pPr algn="l">
              <a:lnSpc>
                <a:spcPct val="120000"/>
              </a:lnSpc>
            </a:pPr>
            <a:r>
              <a:rPr lang="en-US" altLang="zh-CN" sz="1100">
                <a:solidFill>
                  <a:schemeClr val="lt1"/>
                </a:solidFill>
                <a:latin typeface="微软雅黑" panose="020B0503020204020204" charset="-122"/>
                <a:ea typeface="微软雅黑" panose="020B0503020204020204" charset="-122"/>
                <a:cs typeface="微软雅黑" panose="020B0503020204020204" charset="-122"/>
              </a:rPr>
              <a:t>Based on the analysis and summary of the survey results, the drawbacks of traditional planting methods for the target group are as follows: blind spots in plant disease and pest control, lack of understanding of the light, temperature, and humidity conditions needed by plants, and often forgetting to water and perform daily maintenance.</a:t>
            </a:r>
            <a:endParaRPr lang="en-US" altLang="zh-CN" sz="1100">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9" name="标题 8"/>
          <p:cNvSpPr>
            <a:spLocks noGrp="1"/>
          </p:cNvSpPr>
          <p:nvPr>
            <p:ph type="title" idx="11"/>
            <p:custDataLst>
              <p:tags r:id="rId10"/>
            </p:custDataLst>
          </p:nvPr>
        </p:nvSpPr>
        <p:spPr/>
        <p:txBody>
          <a:bodyPr>
            <a:normAutofit/>
          </a:bodyPr>
          <a:lstStyle/>
          <a:p>
            <a:r>
              <a:rPr lang="zh-CN" altLang="en-US">
                <a:ln>
                  <a:noFill/>
                  <a:prstDash val="sysDot"/>
                </a:ln>
                <a:solidFill>
                  <a:schemeClr val="tx1">
                    <a:lumMod val="0"/>
                    <a:lumOff val="100000"/>
                  </a:schemeClr>
                </a:solidFill>
                <a:uFillTx/>
                <a:latin typeface="+mj-lt"/>
                <a:ea typeface="+mj-ea"/>
              </a:rPr>
              <a:t>V</a:t>
            </a:r>
            <a:r>
              <a:rPr lang="en-US" altLang="zh-CN">
                <a:ln>
                  <a:noFill/>
                  <a:prstDash val="sysDot"/>
                </a:ln>
                <a:solidFill>
                  <a:schemeClr val="tx1">
                    <a:lumMod val="0"/>
                    <a:lumOff val="100000"/>
                  </a:schemeClr>
                </a:solidFill>
                <a:uFillTx/>
                <a:latin typeface="+mj-lt"/>
                <a:ea typeface="+mj-ea"/>
              </a:rPr>
              <a:t>alidation evidence</a:t>
            </a:r>
            <a:endParaRPr lang="zh-CN" altLang="en-US">
              <a:latin typeface="+mj-lt"/>
              <a:ea typeface="+mj-ea"/>
            </a:endParaRPr>
          </a:p>
        </p:txBody>
      </p:sp>
      <p:pic>
        <p:nvPicPr>
          <p:cNvPr id="4" name="图片 3" descr="post_object_image_1403991711"/>
          <p:cNvPicPr>
            <a:picLocks noChangeAspect="1"/>
          </p:cNvPicPr>
          <p:nvPr/>
        </p:nvPicPr>
        <p:blipFill>
          <a:blip r:embed="rId11"/>
          <a:stretch>
            <a:fillRect/>
          </a:stretch>
        </p:blipFill>
        <p:spPr>
          <a:xfrm>
            <a:off x="609589" y="1626853"/>
            <a:ext cx="2806272" cy="2040837"/>
          </a:xfrm>
          <a:prstGeom prst="rect">
            <a:avLst/>
          </a:prstGeom>
        </p:spPr>
      </p:pic>
      <p:pic>
        <p:nvPicPr>
          <p:cNvPr id="6" name="图片 5" descr="post_object_image_3316592519"/>
          <p:cNvPicPr>
            <a:picLocks noChangeAspect="1"/>
          </p:cNvPicPr>
          <p:nvPr/>
        </p:nvPicPr>
        <p:blipFill>
          <a:blip r:embed="rId12"/>
          <a:stretch>
            <a:fillRect/>
          </a:stretch>
        </p:blipFill>
        <p:spPr>
          <a:xfrm>
            <a:off x="609589" y="4103114"/>
            <a:ext cx="2806248" cy="2145241"/>
          </a:xfrm>
          <a:prstGeom prst="rect">
            <a:avLst/>
          </a:prstGeom>
        </p:spPr>
      </p:pic>
      <p:sp>
        <p:nvSpPr>
          <p:cNvPr id="17" name="任意多边形 13"/>
          <p:cNvSpPr/>
          <p:nvPr>
            <p:custDataLst>
              <p:tags r:id="rId13"/>
            </p:custDataLst>
          </p:nvPr>
        </p:nvSpPr>
        <p:spPr>
          <a:xfrm>
            <a:off x="6649323" y="3999820"/>
            <a:ext cx="5411089" cy="2248535"/>
          </a:xfrm>
          <a:custGeom>
            <a:avLst/>
            <a:gdLst>
              <a:gd name="sw" fmla="*/ 1 w 8280"/>
              <a:gd name="sh" fmla="*/ 1 h 3541"/>
              <a:gd name="mins" fmla="min sw sh"/>
              <a:gd name="dsw" fmla="+- 0 sw mins"/>
              <a:gd name="dsh" fmla="+- 0 sh mins"/>
              <a:gd name="p0x0" fmla="*/ 240 w 8280"/>
              <a:gd name="p0y0" fmla="*/ 0 h 3541"/>
              <a:gd name="p0x1" fmla="*/ 8040 w 8280"/>
              <a:gd name="p0y1" fmla="*/ 0 h 3541"/>
              <a:gd name="p0x2" fmla="*/ 8172 w 8280"/>
              <a:gd name="p0y2" fmla="*/ 0 h 3541"/>
              <a:gd name="p0x3" fmla="*/ 8280 w 8280"/>
              <a:gd name="p0y3" fmla="*/ 107 h 3541"/>
              <a:gd name="p0x4" fmla="*/ 8280 w 8280"/>
              <a:gd name="p0y4" fmla="*/ 240 h 3541"/>
              <a:gd name="p0x5" fmla="*/ 8280 w 8280"/>
              <a:gd name="p0y5" fmla="*/ 3301 h 3541"/>
              <a:gd name="p0x6" fmla="*/ 8280 w 8280"/>
              <a:gd name="p0y6" fmla="*/ 3433 h 3541"/>
              <a:gd name="p0x7" fmla="*/ 8172 w 8280"/>
              <a:gd name="p0y7" fmla="*/ 3541 h 3541"/>
              <a:gd name="p0x8" fmla="*/ 8040 w 8280"/>
              <a:gd name="p0y8" fmla="*/ 3541 h 3541"/>
              <a:gd name="p0x9" fmla="*/ 240 w 8280"/>
              <a:gd name="p0y9" fmla="*/ 3541 h 3541"/>
              <a:gd name="p0x10" fmla="*/ 107 w 8280"/>
              <a:gd name="p0y10" fmla="*/ 3541 h 3541"/>
              <a:gd name="p0x11" fmla="*/ 0 w 8280"/>
              <a:gd name="p0y11" fmla="*/ 3433 h 3541"/>
              <a:gd name="p0x12" fmla="*/ 0 w 8280"/>
              <a:gd name="p0y12" fmla="*/ 3301 h 3541"/>
              <a:gd name="p0x13" fmla="*/ 0 w 8280"/>
              <a:gd name="p0y13" fmla="*/ 240 h 3541"/>
              <a:gd name="p0x14" fmla="*/ 0 w 8280"/>
              <a:gd name="p0y14" fmla="*/ 107 h 3541"/>
              <a:gd name="p0x15" fmla="*/ 107 w 8280"/>
              <a:gd name="p0y15" fmla="*/ 0 h 3541"/>
              <a:gd name="p0x16" fmla="*/ 240 w 8280"/>
              <a:gd name="p0y16" fmla="*/ 0 h 3541"/>
            </a:gdLst>
            <a:ahLst/>
            <a:cxnLst/>
            <a:rect l="0" t="0" r="0" b="0"/>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lumMod val="50000"/>
            </a:schemeClr>
          </a:solidFill>
          <a:ln w="19050">
            <a:solidFill>
              <a:schemeClr val="accent1">
                <a:lumMod val="60000"/>
              </a:schemeClr>
            </a:solidFill>
          </a:ln>
          <a:effectLst>
            <a:outerShdw blurRad="171450" dist="95250" dir="5399999" algn="ctr" rotWithShape="0">
              <a:srgbClr val="000000">
                <a:alpha val="3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l"/>
            <a:endParaRPr lang="zh-CN" altLang="en-US">
              <a:latin typeface="微软雅黑" panose="020B0503020204020204" charset="-122"/>
              <a:ea typeface="微软雅黑" panose="020B0503020204020204" charset="-122"/>
            </a:endParaRPr>
          </a:p>
        </p:txBody>
      </p:sp>
      <p:pic>
        <p:nvPicPr>
          <p:cNvPr id="10" name="图片 9"/>
          <p:cNvPicPr>
            <a:picLocks noChangeAspect="1"/>
          </p:cNvPicPr>
          <p:nvPr/>
        </p:nvPicPr>
        <p:blipFill>
          <a:blip r:embed="rId14"/>
          <a:stretch>
            <a:fillRect/>
          </a:stretch>
        </p:blipFill>
        <p:spPr>
          <a:xfrm>
            <a:off x="6933774" y="4142321"/>
            <a:ext cx="5015514" cy="1979026"/>
          </a:xfrm>
          <a:prstGeom prst="rect">
            <a:avLst/>
          </a:prstGeom>
        </p:spPr>
      </p:pic>
      <p:sp>
        <p:nvSpPr>
          <p:cNvPr id="18" name="任意多边形 10"/>
          <p:cNvSpPr/>
          <p:nvPr>
            <p:custDataLst>
              <p:tags r:id="rId15"/>
            </p:custDataLst>
          </p:nvPr>
        </p:nvSpPr>
        <p:spPr>
          <a:xfrm>
            <a:off x="6644537" y="1551837"/>
            <a:ext cx="5415875" cy="2247900"/>
          </a:xfrm>
          <a:custGeom>
            <a:avLst/>
            <a:gdLst>
              <a:gd name="sw" fmla="*/ 1 w 8280"/>
              <a:gd name="sh" fmla="*/ 1 h 3540"/>
              <a:gd name="mins" fmla="min sw sh"/>
              <a:gd name="dsw" fmla="+- 0 sw mins"/>
              <a:gd name="dsh" fmla="+- 0 sh mins"/>
              <a:gd name="p0x0" fmla="*/ 240 w 8280"/>
              <a:gd name="p0y0" fmla="*/ 0 h 3540"/>
              <a:gd name="p0x1" fmla="*/ 8040 w 8280"/>
              <a:gd name="p0y1" fmla="*/ 0 h 3540"/>
              <a:gd name="p0x2" fmla="*/ 8172 w 8280"/>
              <a:gd name="p0y2" fmla="*/ 0 h 3540"/>
              <a:gd name="p0x3" fmla="*/ 8280 w 8280"/>
              <a:gd name="p0y3" fmla="*/ 107 h 3540"/>
              <a:gd name="p0x4" fmla="*/ 8280 w 8280"/>
              <a:gd name="p0y4" fmla="*/ 240 h 3540"/>
              <a:gd name="p0x5" fmla="*/ 8280 w 8280"/>
              <a:gd name="p0y5" fmla="*/ 3300 h 3540"/>
              <a:gd name="p0x6" fmla="*/ 8280 w 8280"/>
              <a:gd name="p0y6" fmla="*/ 3432 h 3540"/>
              <a:gd name="p0x7" fmla="*/ 8172 w 8280"/>
              <a:gd name="p0y7" fmla="*/ 3540 h 3540"/>
              <a:gd name="p0x8" fmla="*/ 8040 w 8280"/>
              <a:gd name="p0y8" fmla="*/ 3540 h 3540"/>
              <a:gd name="p0x9" fmla="*/ 240 w 8280"/>
              <a:gd name="p0y9" fmla="*/ 3540 h 3540"/>
              <a:gd name="p0x10" fmla="*/ 107 w 8280"/>
              <a:gd name="p0y10" fmla="*/ 3540 h 3540"/>
              <a:gd name="p0x11" fmla="*/ 0 w 8280"/>
              <a:gd name="p0y11" fmla="*/ 3432 h 3540"/>
              <a:gd name="p0x12" fmla="*/ 0 w 8280"/>
              <a:gd name="p0y12" fmla="*/ 3300 h 3540"/>
              <a:gd name="p0x13" fmla="*/ 0 w 8280"/>
              <a:gd name="p0y13" fmla="*/ 240 h 3540"/>
              <a:gd name="p0x14" fmla="*/ 0 w 8280"/>
              <a:gd name="p0y14" fmla="*/ 107 h 3540"/>
              <a:gd name="p0x15" fmla="*/ 107 w 8280"/>
              <a:gd name="p0y15" fmla="*/ 0 h 3540"/>
              <a:gd name="p0x16" fmla="*/ 240 w 8280"/>
              <a:gd name="p0y16" fmla="*/ 0 h 3540"/>
            </a:gdLst>
            <a:ahLst/>
            <a:cxnLst/>
            <a:rect l="0" t="0" r="0" b="0"/>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lumMod val="50000"/>
            </a:schemeClr>
          </a:solidFill>
          <a:ln w="19050">
            <a:solidFill>
              <a:schemeClr val="accent1">
                <a:lumMod val="60000"/>
              </a:schemeClr>
            </a:solidFill>
          </a:ln>
          <a:effectLst>
            <a:outerShdw blurRad="171450" dist="95250" dir="5399999" algn="ctr" rotWithShape="0">
              <a:srgbClr val="000000">
                <a:alpha val="3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l"/>
            <a:endParaRPr lang="zh-CN" altLang="en-US">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16"/>
          <a:stretch>
            <a:fillRect/>
          </a:stretch>
        </p:blipFill>
        <p:spPr>
          <a:xfrm>
            <a:off x="6868263" y="1693443"/>
            <a:ext cx="2520097" cy="2008655"/>
          </a:xfrm>
          <a:prstGeom prst="rect">
            <a:avLst/>
          </a:prstGeom>
        </p:spPr>
      </p:pic>
    </p:spTree>
    <p:custDataLst>
      <p:tags r:id="rId17"/>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占位符 1" descr="4c0ce61a-485a-11f1-98ea-ea658387e279"/>
          <p:cNvPicPr>
            <a:picLocks noGrp="1" noChangeAspect="1"/>
          </p:cNvPicPr>
          <p:nvPr>
            <p:ph type="pic" idx="10"/>
            <p:custDataLst>
              <p:tags r:id="rId1"/>
            </p:custDataLst>
          </p:nvPr>
        </p:nvPicPr>
        <p:blipFill>
          <a:blip r:embed="rId2"/>
          <a:srcRect l="1" r="1"/>
          <a:stretch>
            <a:fillRect/>
          </a:stretch>
        </p:blipFill>
        <p:spPr>
          <a:xfrm>
            <a:off x="4267200" y="0"/>
            <a:ext cx="7924800" cy="6858000"/>
          </a:xfrm>
          <a:prstGeom prst="rect">
            <a:avLst/>
          </a:prstGeom>
          <a:noFill/>
          <a:ln>
            <a:noFill/>
          </a:ln>
        </p:spPr>
      </p:pic>
      <p:sp>
        <p:nvSpPr>
          <p:cNvPr id="7" name="任意多边形 6"/>
          <p:cNvSpPr/>
          <p:nvPr>
            <p:custDataLst>
              <p:tags r:id="rId3"/>
            </p:custDataLst>
          </p:nvPr>
        </p:nvSpPr>
        <p:spPr>
          <a:xfrm>
            <a:off x="0" y="0"/>
            <a:ext cx="12192000" cy="6858000"/>
          </a:xfrm>
          <a:custGeom>
            <a:avLst/>
            <a:gdLst>
              <a:gd name="sw" fmla="*/ 1 w 19200"/>
              <a:gd name="sh" fmla="*/ 1 h 10800"/>
              <a:gd name="mins" fmla="min sw sh"/>
              <a:gd name="dsw" fmla="+- 0 sw mins"/>
              <a:gd name="dsh" fmla="+- 0 sh mins"/>
              <a:gd name="p0a0dx" fmla="*/ dsw 19198 1"/>
              <a:gd name="p0a0dy" fmla="*/ dsh 1 1"/>
              <a:gd name="p0a1dx" fmla="*/ dsw 19198 1"/>
              <a:gd name="p0a1dy" fmla="*/ dsh 10798 1"/>
              <a:gd name="p0a2dx" fmla="*/ dsw 1 1"/>
              <a:gd name="p0a2dy" fmla="*/ dsh 10798 1"/>
              <a:gd name="p0a3dx" fmla="*/ dsw 1 1"/>
              <a:gd name="p0a3dy" fmla="*/ dsh 1 1"/>
              <a:gd name="p0x0s" fmla="*/ 1 mins 1"/>
              <a:gd name="p0x0" fmla="+- p0x0s p0a3dx 0"/>
              <a:gd name="p0y0s" fmla="*/ 0 mins 1"/>
              <a:gd name="p0y0" fmla="+- p0y0s p0a3dy 0"/>
              <a:gd name="p0x1s" fmla="*/ 19198 mins 1"/>
              <a:gd name="p0x1" fmla="+- p0x1s p0a0dx 0"/>
              <a:gd name="p0y1s" fmla="*/ 0 mins 1"/>
              <a:gd name="p0y1" fmla="+- p0y1s p0a0dy 0"/>
              <a:gd name="p0x2s" fmla="*/ 19199 mins 1"/>
              <a:gd name="p0x2" fmla="+- p0x2s p0a0dx 0"/>
              <a:gd name="p0y2s" fmla="*/ 0 mins 1"/>
              <a:gd name="p0y2" fmla="+- p0y2s p0a0dy 0"/>
              <a:gd name="p0x3s" fmla="*/ 19200 mins 1"/>
              <a:gd name="p0x3" fmla="+- p0x3s p0a0dx 0"/>
              <a:gd name="p0y3s" fmla="*/ 0 mins 1"/>
              <a:gd name="p0y3" fmla="+- p0y3s p0a0dy 0"/>
              <a:gd name="p0x4s" fmla="*/ 19200 mins 1"/>
              <a:gd name="p0x4" fmla="+- p0x4s p0a0dx 0"/>
              <a:gd name="p0y4s" fmla="*/ 1 mins 1"/>
              <a:gd name="p0y4" fmla="+- p0y4s p0a0dy 0"/>
              <a:gd name="p0x5s" fmla="*/ 19200 mins 1"/>
              <a:gd name="p0x5" fmla="+- p0x5s p0a1dx 0"/>
              <a:gd name="p0y5s" fmla="*/ 10798 mins 1"/>
              <a:gd name="p0y5" fmla="+- p0y5s p0a1dy 0"/>
              <a:gd name="p0x6s" fmla="*/ 19200 mins 1"/>
              <a:gd name="p0x6" fmla="+- p0x6s p0a1dx 0"/>
              <a:gd name="p0y6s" fmla="*/ 10799 mins 1"/>
              <a:gd name="p0y6" fmla="+- p0y6s p0a1dy 0"/>
              <a:gd name="p0x7s" fmla="*/ 19199 mins 1"/>
              <a:gd name="p0x7" fmla="+- p0x7s p0a1dx 0"/>
              <a:gd name="p0y7s" fmla="*/ 10800 mins 1"/>
              <a:gd name="p0y7" fmla="+- p0y7s p0a1dy 0"/>
              <a:gd name="p0x8s" fmla="*/ 19198 mins 1"/>
              <a:gd name="p0x8" fmla="+- p0x8s p0a1dx 0"/>
              <a:gd name="p0y8s" fmla="*/ 10800 mins 1"/>
              <a:gd name="p0y8" fmla="+- p0y8s p0a1dy 0"/>
              <a:gd name="p0x9s" fmla="*/ 1 mins 1"/>
              <a:gd name="p0x9" fmla="+- p0x9s p0a2dx 0"/>
              <a:gd name="p0y9s" fmla="*/ 10800 mins 1"/>
              <a:gd name="p0y9" fmla="+- p0y9s p0a2dy 0"/>
              <a:gd name="p0x10s" fmla="*/ 0 mins 1"/>
              <a:gd name="p0x10" fmla="+- p0x10s p0a2dx 0"/>
              <a:gd name="p0y10s" fmla="*/ 10800 mins 1"/>
              <a:gd name="p0y10" fmla="+- p0y10s p0a2dy 0"/>
              <a:gd name="p0x11s" fmla="*/ 0 mins 1"/>
              <a:gd name="p0x11" fmla="+- p0x11s p0a2dx 0"/>
              <a:gd name="p0y11s" fmla="*/ 10799 mins 1"/>
              <a:gd name="p0y11" fmla="+- p0y11s p0a2dy 0"/>
              <a:gd name="p0x12s" fmla="*/ 0 mins 1"/>
              <a:gd name="p0x12" fmla="+- p0x12s p0a2dx 0"/>
              <a:gd name="p0y12s" fmla="*/ 10798 mins 1"/>
              <a:gd name="p0y12" fmla="+- p0y12s p0a2dy 0"/>
              <a:gd name="p0x13s" fmla="*/ 0 mins 1"/>
              <a:gd name="p0x13" fmla="+- p0x13s p0a3dx 0"/>
              <a:gd name="p0y13s" fmla="*/ 1 mins 1"/>
              <a:gd name="p0y13" fmla="+- p0y13s p0a3dy 0"/>
              <a:gd name="p0x14s" fmla="*/ 0 mins 1"/>
              <a:gd name="p0x14" fmla="+- p0x14s p0a3dx 0"/>
              <a:gd name="p0y14s" fmla="*/ 0 mins 1"/>
              <a:gd name="p0y14" fmla="+- p0y14s p0a3dy 0"/>
              <a:gd name="p0x15s" fmla="*/ 0 mins 1"/>
              <a:gd name="p0x15" fmla="+- p0x15s p0a3dx 0"/>
              <a:gd name="p0y15s" fmla="*/ 0 mins 1"/>
              <a:gd name="p0y15" fmla="+- p0y15s p0a3dy 0"/>
              <a:gd name="p0x16s" fmla="*/ 1 mins 1"/>
              <a:gd name="p0x16" fmla="+- p0x16s p0a3dx 0"/>
              <a:gd name="p0y16s" fmla="*/ 0 mins 1"/>
              <a:gd name="p0y16" fmla="+- p0y16s p0a3dy 0"/>
            </a:gdLst>
            <a:ahLst/>
            <a:cxnLst/>
            <a:rect l="0" t="0" r="0" b="0"/>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gradFill>
            <a:gsLst>
              <a:gs pos="0">
                <a:schemeClr val="accent1">
                  <a:lumMod val="20000"/>
                </a:schemeClr>
              </a:gs>
              <a:gs pos="35000">
                <a:schemeClr val="accent1">
                  <a:lumMod val="20000"/>
                </a:schemeClr>
              </a:gs>
              <a:gs pos="70000">
                <a:schemeClr val="accent1">
                  <a:alpha val="0"/>
                  <a:lumMod val="20000"/>
                </a:schemeClr>
              </a:gs>
              <a:gs pos="100000">
                <a:schemeClr val="accent1">
                  <a:alpha val="0"/>
                  <a:lumMod val="20000"/>
                </a:schemeClr>
              </a:gs>
            </a:gsLst>
            <a:lin ang="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任意多边形 10"/>
          <p:cNvSpPr/>
          <p:nvPr>
            <p:custDataLst>
              <p:tags r:id="rId4"/>
            </p:custDataLst>
          </p:nvPr>
        </p:nvSpPr>
        <p:spPr>
          <a:xfrm>
            <a:off x="609600" y="1523365"/>
            <a:ext cx="5257800" cy="1439545"/>
          </a:xfrm>
          <a:custGeom>
            <a:avLst/>
            <a:gdLst>
              <a:gd name="sw" fmla="*/ 1 w 8280"/>
              <a:gd name="sh" fmla="*/ 1 h 2266"/>
              <a:gd name="mins" fmla="min sw sh"/>
              <a:gd name="dsw" fmla="+- 0 sw mins"/>
              <a:gd name="dsh" fmla="+- 0 sh mins"/>
              <a:gd name="p0x0" fmla="*/ 240 w 8280"/>
              <a:gd name="p0y0" fmla="*/ 0 h 2266"/>
              <a:gd name="p0x1" fmla="*/ 8040 w 8280"/>
              <a:gd name="p0y1" fmla="*/ 0 h 2266"/>
              <a:gd name="p0x2" fmla="*/ 8172 w 8280"/>
              <a:gd name="p0y2" fmla="*/ 0 h 2266"/>
              <a:gd name="p0x3" fmla="*/ 8280 w 8280"/>
              <a:gd name="p0y3" fmla="*/ 107 h 2266"/>
              <a:gd name="p0x4" fmla="*/ 8280 w 8280"/>
              <a:gd name="p0y4" fmla="*/ 240 h 2266"/>
              <a:gd name="p0x5" fmla="*/ 8280 w 8280"/>
              <a:gd name="p0y5" fmla="*/ 2026 h 2266"/>
              <a:gd name="p0x6" fmla="*/ 8280 w 8280"/>
              <a:gd name="p0y6" fmla="*/ 2159 h 2266"/>
              <a:gd name="p0x7" fmla="*/ 8172 w 8280"/>
              <a:gd name="p0y7" fmla="*/ 2266 h 2266"/>
              <a:gd name="p0x8" fmla="*/ 8040 w 8280"/>
              <a:gd name="p0y8" fmla="*/ 2266 h 2266"/>
              <a:gd name="p0x9" fmla="*/ 240 w 8280"/>
              <a:gd name="p0y9" fmla="*/ 2266 h 2266"/>
              <a:gd name="p0x10" fmla="*/ 107 w 8280"/>
              <a:gd name="p0y10" fmla="*/ 2266 h 2266"/>
              <a:gd name="p0x11" fmla="*/ 0 w 8280"/>
              <a:gd name="p0y11" fmla="*/ 2159 h 2266"/>
              <a:gd name="p0x12" fmla="*/ 0 w 8280"/>
              <a:gd name="p0y12" fmla="*/ 2026 h 2266"/>
              <a:gd name="p0x13" fmla="*/ 0 w 8280"/>
              <a:gd name="p0y13" fmla="*/ 240 h 2266"/>
              <a:gd name="p0x14" fmla="*/ 0 w 8280"/>
              <a:gd name="p0y14" fmla="*/ 107 h 2266"/>
              <a:gd name="p0x15" fmla="*/ 107 w 8280"/>
              <a:gd name="p0y15" fmla="*/ 0 h 2266"/>
              <a:gd name="p0x16" fmla="*/ 240 w 8280"/>
              <a:gd name="p0y16" fmla="*/ 0 h 2266"/>
            </a:gdLst>
            <a:ahLst/>
            <a:cxnLst/>
            <a:rect l="0" t="0" r="0" b="0"/>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lumMod val="50000"/>
            </a:schemeClr>
          </a:solidFill>
          <a:ln w="19050">
            <a:solidFill>
              <a:schemeClr val="accent1">
                <a:lumMod val="60000"/>
              </a:schemeClr>
            </a:solidFill>
          </a:ln>
          <a:effectLst>
            <a:outerShdw blurRad="171450" dist="95250" dir="5399999" algn="ctr" rotWithShape="0">
              <a:srgbClr val="000000">
                <a:alpha val="3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l"/>
            <a:endParaRPr lang="zh-CN" altLang="en-US">
              <a:latin typeface="微软雅黑" panose="020B0503020204020204" charset="-122"/>
              <a:ea typeface="微软雅黑" panose="020B0503020204020204" charset="-122"/>
            </a:endParaRPr>
          </a:p>
        </p:txBody>
      </p:sp>
      <p:sp>
        <p:nvSpPr>
          <p:cNvPr id="12" name="文本框 11"/>
          <p:cNvSpPr txBox="1"/>
          <p:nvPr>
            <p:custDataLst>
              <p:tags r:id="rId5"/>
            </p:custDataLst>
          </p:nvPr>
        </p:nvSpPr>
        <p:spPr>
          <a:xfrm>
            <a:off x="838196" y="1523373"/>
            <a:ext cx="4800600" cy="355600"/>
          </a:xfrm>
          <a:prstGeom prst="rect">
            <a:avLst/>
          </a:prstGeom>
          <a:noFill/>
        </p:spPr>
        <p:txBody>
          <a:bodyPr wrap="square" lIns="17780" tIns="0" rIns="17780" bIns="0" rtlCol="0" anchor="t">
            <a:noAutofit/>
          </a:bodyPr>
          <a:lstStyle/>
          <a:p>
            <a:pPr algn="l"/>
            <a:r>
              <a:rPr lang="zh-CN" altLang="en-US">
                <a:solidFill>
                  <a:schemeClr val="lt1"/>
                </a:solidFill>
                <a:latin typeface="微软雅黑" panose="020B0503020204020204" charset="-122"/>
                <a:ea typeface="微软雅黑" panose="020B0503020204020204" charset="-122"/>
              </a:rPr>
              <a:t>Personal cultivation</a:t>
            </a:r>
            <a:endParaRPr lang="zh-CN" altLang="en-US">
              <a:latin typeface="微软雅黑" panose="020B0503020204020204" charset="-122"/>
              <a:ea typeface="微软雅黑" panose="020B0503020204020204" charset="-122"/>
            </a:endParaRPr>
          </a:p>
        </p:txBody>
      </p:sp>
      <p:sp>
        <p:nvSpPr>
          <p:cNvPr id="13" name="文本框 12"/>
          <p:cNvSpPr txBox="1"/>
          <p:nvPr>
            <p:custDataLst>
              <p:tags r:id="rId6"/>
            </p:custDataLst>
          </p:nvPr>
        </p:nvSpPr>
        <p:spPr>
          <a:xfrm>
            <a:off x="838196" y="1879005"/>
            <a:ext cx="4800600" cy="533400"/>
          </a:xfrm>
          <a:prstGeom prst="rect">
            <a:avLst/>
          </a:prstGeom>
          <a:noFill/>
        </p:spPr>
        <p:txBody>
          <a:bodyPr wrap="square" lIns="17780" tIns="0" rIns="17780" bIns="0" rtlCol="0" anchor="t">
            <a:noAutofit/>
          </a:bodyPr>
          <a:lstStyle/>
          <a:p>
            <a:pPr algn="l">
              <a:lnSpc>
                <a:spcPct val="120000"/>
              </a:lnSpc>
            </a:pPr>
            <a:r>
              <a:rPr lang="en-US" altLang="zh-CN" sz="1400">
                <a:solidFill>
                  <a:schemeClr val="lt1"/>
                </a:solidFill>
                <a:latin typeface="微软雅黑" panose="020B0503020204020204" charset="-122"/>
                <a:ea typeface="微软雅黑" panose="020B0503020204020204" charset="-122"/>
                <a:cs typeface="微软雅黑" panose="020B0503020204020204" charset="-122"/>
              </a:rPr>
              <a:t>The product addresses the pain points of traditional manual monitoring through simplified operations and real</a:t>
            </a:r>
            <a:r>
              <a:rPr lang="zh-CN" altLang="en-US" sz="1400">
                <a:solidFill>
                  <a:schemeClr val="lt1"/>
                </a:solidFill>
                <a:latin typeface="微软雅黑" panose="020B0503020204020204" charset="-122"/>
                <a:ea typeface="微软雅黑" panose="020B0503020204020204" charset="-122"/>
                <a:cs typeface="微软雅黑" panose="020B0503020204020204" charset="-122"/>
              </a:rPr>
              <a:t>-</a:t>
            </a:r>
            <a:r>
              <a:rPr lang="en-US" altLang="zh-CN" sz="1400">
                <a:solidFill>
                  <a:schemeClr val="lt1"/>
                </a:solidFill>
                <a:latin typeface="微软雅黑" panose="020B0503020204020204" charset="-122"/>
                <a:ea typeface="微软雅黑" panose="020B0503020204020204" charset="-122"/>
                <a:cs typeface="微软雅黑" panose="020B0503020204020204" charset="-122"/>
              </a:rPr>
              <a:t>time alerts.</a:t>
            </a:r>
            <a:endParaRPr lang="zh-CN" altLang="en-US" sz="1400">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14" name="任意多边形 13"/>
          <p:cNvSpPr/>
          <p:nvPr>
            <p:custDataLst>
              <p:tags r:id="rId7"/>
            </p:custDataLst>
          </p:nvPr>
        </p:nvSpPr>
        <p:spPr>
          <a:xfrm>
            <a:off x="609600" y="3166110"/>
            <a:ext cx="5257800" cy="1439545"/>
          </a:xfrm>
          <a:custGeom>
            <a:avLst/>
            <a:gdLst>
              <a:gd name="sw" fmla="*/ 1 w 8280"/>
              <a:gd name="sh" fmla="*/ 1 h 2266"/>
              <a:gd name="mins" fmla="min sw sh"/>
              <a:gd name="dsw" fmla="+- 0 sw mins"/>
              <a:gd name="dsh" fmla="+- 0 sh mins"/>
              <a:gd name="p0x0" fmla="*/ 240 w 8280"/>
              <a:gd name="p0y0" fmla="*/ 0 h 2266"/>
              <a:gd name="p0x1" fmla="*/ 8040 w 8280"/>
              <a:gd name="p0y1" fmla="*/ 0 h 2266"/>
              <a:gd name="p0x2" fmla="*/ 8172 w 8280"/>
              <a:gd name="p0y2" fmla="*/ 0 h 2266"/>
              <a:gd name="p0x3" fmla="*/ 8280 w 8280"/>
              <a:gd name="p0y3" fmla="*/ 107 h 2266"/>
              <a:gd name="p0x4" fmla="*/ 8280 w 8280"/>
              <a:gd name="p0y4" fmla="*/ 240 h 2266"/>
              <a:gd name="p0x5" fmla="*/ 8280 w 8280"/>
              <a:gd name="p0y5" fmla="*/ 2026 h 2266"/>
              <a:gd name="p0x6" fmla="*/ 8280 w 8280"/>
              <a:gd name="p0y6" fmla="*/ 2159 h 2266"/>
              <a:gd name="p0x7" fmla="*/ 8172 w 8280"/>
              <a:gd name="p0y7" fmla="*/ 2266 h 2266"/>
              <a:gd name="p0x8" fmla="*/ 8040 w 8280"/>
              <a:gd name="p0y8" fmla="*/ 2266 h 2266"/>
              <a:gd name="p0x9" fmla="*/ 240 w 8280"/>
              <a:gd name="p0y9" fmla="*/ 2266 h 2266"/>
              <a:gd name="p0x10" fmla="*/ 107 w 8280"/>
              <a:gd name="p0y10" fmla="*/ 2266 h 2266"/>
              <a:gd name="p0x11" fmla="*/ 0 w 8280"/>
              <a:gd name="p0y11" fmla="*/ 2159 h 2266"/>
              <a:gd name="p0x12" fmla="*/ 0 w 8280"/>
              <a:gd name="p0y12" fmla="*/ 2026 h 2266"/>
              <a:gd name="p0x13" fmla="*/ 0 w 8280"/>
              <a:gd name="p0y13" fmla="*/ 240 h 2266"/>
              <a:gd name="p0x14" fmla="*/ 0 w 8280"/>
              <a:gd name="p0y14" fmla="*/ 107 h 2266"/>
              <a:gd name="p0x15" fmla="*/ 107 w 8280"/>
              <a:gd name="p0y15" fmla="*/ 0 h 2266"/>
              <a:gd name="p0x16" fmla="*/ 240 w 8280"/>
              <a:gd name="p0y16" fmla="*/ 0 h 2266"/>
            </a:gdLst>
            <a:ahLst/>
            <a:cxnLst/>
            <a:rect l="0" t="0" r="0" b="0"/>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lumMod val="50000"/>
            </a:schemeClr>
          </a:solidFill>
          <a:ln w="19050">
            <a:solidFill>
              <a:schemeClr val="accent1">
                <a:lumMod val="60000"/>
              </a:schemeClr>
            </a:solidFill>
          </a:ln>
          <a:effectLst>
            <a:outerShdw blurRad="171450" dist="95250" dir="5399999" algn="ctr" rotWithShape="0">
              <a:srgbClr val="000000">
                <a:alpha val="3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l"/>
            <a:endParaRPr lang="zh-CN" altLang="en-US">
              <a:latin typeface="微软雅黑" panose="020B0503020204020204" charset="-122"/>
              <a:ea typeface="微软雅黑" panose="020B0503020204020204" charset="-122"/>
            </a:endParaRPr>
          </a:p>
        </p:txBody>
      </p:sp>
      <p:sp>
        <p:nvSpPr>
          <p:cNvPr id="15" name="文本框 14"/>
          <p:cNvSpPr txBox="1"/>
          <p:nvPr>
            <p:custDataLst>
              <p:tags r:id="rId8"/>
            </p:custDataLst>
          </p:nvPr>
        </p:nvSpPr>
        <p:spPr>
          <a:xfrm>
            <a:off x="838196" y="3166120"/>
            <a:ext cx="4800600" cy="355600"/>
          </a:xfrm>
          <a:prstGeom prst="rect">
            <a:avLst/>
          </a:prstGeom>
          <a:noFill/>
        </p:spPr>
        <p:txBody>
          <a:bodyPr wrap="square" lIns="17780" tIns="0" rIns="17780" bIns="0" rtlCol="0" anchor="t">
            <a:noAutofit/>
          </a:bodyPr>
          <a:lstStyle/>
          <a:p>
            <a:pPr algn="l"/>
            <a:r>
              <a:rPr>
                <a:solidFill>
                  <a:schemeClr val="lt1"/>
                </a:solidFill>
                <a:latin typeface="微软雅黑" panose="020B0503020204020204" charset="-122"/>
                <a:ea typeface="微软雅黑" panose="020B0503020204020204" charset="-122"/>
              </a:rPr>
              <a:t>education and popular science field</a:t>
            </a:r>
            <a:endParaRPr>
              <a:latin typeface="微软雅黑" panose="020B0503020204020204" charset="-122"/>
              <a:ea typeface="微软雅黑" panose="020B0503020204020204" charset="-122"/>
            </a:endParaRPr>
          </a:p>
        </p:txBody>
      </p:sp>
      <p:sp>
        <p:nvSpPr>
          <p:cNvPr id="16" name="文本框 15"/>
          <p:cNvSpPr txBox="1"/>
          <p:nvPr>
            <p:custDataLst>
              <p:tags r:id="rId9"/>
            </p:custDataLst>
          </p:nvPr>
        </p:nvSpPr>
        <p:spPr>
          <a:xfrm>
            <a:off x="838196" y="3521752"/>
            <a:ext cx="4800600" cy="533400"/>
          </a:xfrm>
          <a:prstGeom prst="rect">
            <a:avLst/>
          </a:prstGeom>
          <a:noFill/>
        </p:spPr>
        <p:txBody>
          <a:bodyPr wrap="square" lIns="17780" tIns="0" rIns="17780" bIns="0" rtlCol="0" anchor="t">
            <a:noAutofit/>
          </a:bodyPr>
          <a:lstStyle/>
          <a:p>
            <a:pPr algn="l">
              <a:lnSpc>
                <a:spcPct val="120000"/>
              </a:lnSpc>
            </a:pPr>
            <a:r>
              <a:rPr lang="en-US" altLang="zh-CN" sz="1000">
                <a:solidFill>
                  <a:schemeClr val="lt1"/>
                </a:solidFill>
                <a:latin typeface="微软雅黑" panose="020B0503020204020204" charset="-122"/>
                <a:ea typeface="微软雅黑" panose="020B0503020204020204" charset="-122"/>
                <a:cs typeface="微软雅黑" panose="020B0503020204020204" charset="-122"/>
              </a:rPr>
              <a:t>The product can be used as a STEM education tool to help students intuitively understand the environmental parameters of plant growth.</a:t>
            </a:r>
            <a:endParaRPr lang="en-US" altLang="zh-CN" sz="1000">
              <a:solidFill>
                <a:schemeClr val="lt1"/>
              </a:solidFill>
              <a:latin typeface="微软雅黑" panose="020B0503020204020204" charset="-122"/>
              <a:ea typeface="微软雅黑" panose="020B0503020204020204" charset="-122"/>
              <a:cs typeface="微软雅黑" panose="020B0503020204020204" charset="-122"/>
            </a:endParaRPr>
          </a:p>
          <a:p>
            <a:pPr algn="l">
              <a:lnSpc>
                <a:spcPct val="120000"/>
              </a:lnSpc>
            </a:pPr>
            <a:r>
              <a:rPr lang="en-US" altLang="zh-CN" sz="1000">
                <a:solidFill>
                  <a:schemeClr val="lt1"/>
                </a:solidFill>
                <a:latin typeface="微软雅黑" panose="020B0503020204020204" charset="-122"/>
                <a:ea typeface="微软雅黑" panose="020B0503020204020204" charset="-122"/>
                <a:cs typeface="微软雅黑" panose="020B0503020204020204" charset="-122"/>
              </a:rPr>
              <a:t>By presenting data visually and providing plant health guidance, attract non</a:t>
            </a:r>
            <a:r>
              <a:rPr lang="zh-CN" altLang="en-US" sz="1000">
                <a:solidFill>
                  <a:schemeClr val="lt1"/>
                </a:solidFill>
                <a:latin typeface="微软雅黑" panose="020B0503020204020204" charset="-122"/>
                <a:ea typeface="微软雅黑" panose="020B0503020204020204" charset="-122"/>
                <a:cs typeface="微软雅黑" panose="020B0503020204020204" charset="-122"/>
              </a:rPr>
              <a:t>-</a:t>
            </a:r>
            <a:r>
              <a:rPr lang="en-US" altLang="zh-CN" sz="1000">
                <a:solidFill>
                  <a:schemeClr val="lt1"/>
                </a:solidFill>
                <a:latin typeface="微软雅黑" panose="020B0503020204020204" charset="-122"/>
                <a:ea typeface="微软雅黑" panose="020B0503020204020204" charset="-122"/>
                <a:cs typeface="微软雅黑" panose="020B0503020204020204" charset="-122"/>
              </a:rPr>
              <a:t>professional users to participate in scientific practice, meeting the needs of schools and community science popularization activities.</a:t>
            </a:r>
            <a:endParaRPr lang="zh-CN" altLang="en-US" sz="1000">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17" name="任意多边形 16"/>
          <p:cNvSpPr/>
          <p:nvPr>
            <p:custDataLst>
              <p:tags r:id="rId10"/>
            </p:custDataLst>
          </p:nvPr>
        </p:nvSpPr>
        <p:spPr>
          <a:xfrm>
            <a:off x="609600" y="4808855"/>
            <a:ext cx="5257800" cy="1439545"/>
          </a:xfrm>
          <a:custGeom>
            <a:avLst/>
            <a:gdLst>
              <a:gd name="sw" fmla="*/ 1 w 8280"/>
              <a:gd name="sh" fmla="*/ 1 h 2266"/>
              <a:gd name="mins" fmla="min sw sh"/>
              <a:gd name="dsw" fmla="+- 0 sw mins"/>
              <a:gd name="dsh" fmla="+- 0 sh mins"/>
              <a:gd name="p0x0" fmla="*/ 240 w 8280"/>
              <a:gd name="p0y0" fmla="*/ 0 h 2266"/>
              <a:gd name="p0x1" fmla="*/ 8040 w 8280"/>
              <a:gd name="p0y1" fmla="*/ 0 h 2266"/>
              <a:gd name="p0x2" fmla="*/ 8172 w 8280"/>
              <a:gd name="p0y2" fmla="*/ 0 h 2266"/>
              <a:gd name="p0x3" fmla="*/ 8280 w 8280"/>
              <a:gd name="p0y3" fmla="*/ 107 h 2266"/>
              <a:gd name="p0x4" fmla="*/ 8280 w 8280"/>
              <a:gd name="p0y4" fmla="*/ 240 h 2266"/>
              <a:gd name="p0x5" fmla="*/ 8280 w 8280"/>
              <a:gd name="p0y5" fmla="*/ 2026 h 2266"/>
              <a:gd name="p0x6" fmla="*/ 8280 w 8280"/>
              <a:gd name="p0y6" fmla="*/ 2159 h 2266"/>
              <a:gd name="p0x7" fmla="*/ 8172 w 8280"/>
              <a:gd name="p0y7" fmla="*/ 2266 h 2266"/>
              <a:gd name="p0x8" fmla="*/ 8040 w 8280"/>
              <a:gd name="p0y8" fmla="*/ 2266 h 2266"/>
              <a:gd name="p0x9" fmla="*/ 240 w 8280"/>
              <a:gd name="p0y9" fmla="*/ 2266 h 2266"/>
              <a:gd name="p0x10" fmla="*/ 107 w 8280"/>
              <a:gd name="p0y10" fmla="*/ 2266 h 2266"/>
              <a:gd name="p0x11" fmla="*/ 0 w 8280"/>
              <a:gd name="p0y11" fmla="*/ 2159 h 2266"/>
              <a:gd name="p0x12" fmla="*/ 0 w 8280"/>
              <a:gd name="p0y12" fmla="*/ 2026 h 2266"/>
              <a:gd name="p0x13" fmla="*/ 0 w 8280"/>
              <a:gd name="p0y13" fmla="*/ 240 h 2266"/>
              <a:gd name="p0x14" fmla="*/ 0 w 8280"/>
              <a:gd name="p0y14" fmla="*/ 107 h 2266"/>
              <a:gd name="p0x15" fmla="*/ 107 w 8280"/>
              <a:gd name="p0y15" fmla="*/ 0 h 2266"/>
              <a:gd name="p0x16" fmla="*/ 240 w 8280"/>
              <a:gd name="p0y16" fmla="*/ 0 h 2266"/>
            </a:gdLst>
            <a:ahLst/>
            <a:cxnLst/>
            <a:rect l="0" t="0" r="0" b="0"/>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lumMod val="50000"/>
            </a:schemeClr>
          </a:solidFill>
          <a:ln w="19050">
            <a:solidFill>
              <a:schemeClr val="accent1">
                <a:lumMod val="60000"/>
              </a:schemeClr>
            </a:solidFill>
          </a:ln>
          <a:effectLst>
            <a:outerShdw blurRad="171450" dist="95250" dir="5399999" algn="ctr" rotWithShape="0">
              <a:srgbClr val="000000">
                <a:alpha val="3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l"/>
            <a:endParaRPr lang="zh-CN" altLang="en-US">
              <a:latin typeface="微软雅黑" panose="020B0503020204020204" charset="-122"/>
              <a:ea typeface="微软雅黑" panose="020B0503020204020204" charset="-122"/>
            </a:endParaRPr>
          </a:p>
        </p:txBody>
      </p:sp>
      <p:sp>
        <p:nvSpPr>
          <p:cNvPr id="18" name="文本框 17"/>
          <p:cNvSpPr txBox="1"/>
          <p:nvPr>
            <p:custDataLst>
              <p:tags r:id="rId11"/>
            </p:custDataLst>
          </p:nvPr>
        </p:nvSpPr>
        <p:spPr>
          <a:xfrm>
            <a:off x="838196" y="4808867"/>
            <a:ext cx="4901998" cy="355600"/>
          </a:xfrm>
          <a:prstGeom prst="rect">
            <a:avLst/>
          </a:prstGeom>
          <a:noFill/>
        </p:spPr>
        <p:txBody>
          <a:bodyPr wrap="square" lIns="17780" tIns="0" rIns="17780" bIns="0" rtlCol="0" anchor="t">
            <a:noAutofit/>
          </a:bodyPr>
          <a:lstStyle/>
          <a:p>
            <a:pPr algn="l"/>
            <a:r>
              <a:rPr lang="en-US" altLang="zh-CN">
                <a:solidFill>
                  <a:schemeClr val="lt1"/>
                </a:solidFill>
                <a:latin typeface="微软雅黑" panose="020B0503020204020204" charset="-122"/>
                <a:ea typeface="微软雅黑" panose="020B0503020204020204" charset="-122"/>
              </a:rPr>
              <a:t>small</a:t>
            </a:r>
            <a:r>
              <a:rPr lang="zh-CN" altLang="en-US">
                <a:solidFill>
                  <a:schemeClr val="lt1"/>
                </a:solidFill>
                <a:latin typeface="微软雅黑" panose="020B0503020204020204" charset="-122"/>
                <a:ea typeface="微软雅黑" panose="020B0503020204020204" charset="-122"/>
              </a:rPr>
              <a:t>-</a:t>
            </a:r>
            <a:r>
              <a:rPr lang="en-US" altLang="zh-CN">
                <a:solidFill>
                  <a:schemeClr val="lt1"/>
                </a:solidFill>
                <a:latin typeface="微软雅黑" panose="020B0503020204020204" charset="-122"/>
                <a:ea typeface="微软雅黑" panose="020B0503020204020204" charset="-122"/>
              </a:rPr>
              <a:t>scale agriculture and vertical farming</a:t>
            </a:r>
            <a:endParaRPr>
              <a:solidFill>
                <a:schemeClr val="lt1"/>
              </a:solidFill>
              <a:latin typeface="微软雅黑" panose="020B0503020204020204" charset="-122"/>
              <a:ea typeface="微软雅黑" panose="020B0503020204020204" charset="-122"/>
            </a:endParaRPr>
          </a:p>
        </p:txBody>
      </p:sp>
      <p:sp>
        <p:nvSpPr>
          <p:cNvPr id="19" name="文本框 18"/>
          <p:cNvSpPr txBox="1"/>
          <p:nvPr>
            <p:custDataLst>
              <p:tags r:id="rId12"/>
            </p:custDataLst>
          </p:nvPr>
        </p:nvSpPr>
        <p:spPr>
          <a:xfrm>
            <a:off x="838196" y="5164499"/>
            <a:ext cx="4800600" cy="533400"/>
          </a:xfrm>
          <a:prstGeom prst="rect">
            <a:avLst/>
          </a:prstGeom>
          <a:noFill/>
        </p:spPr>
        <p:txBody>
          <a:bodyPr wrap="square" lIns="17780" tIns="0" rIns="17780" bIns="0" rtlCol="0" anchor="t">
            <a:noAutofit/>
          </a:bodyPr>
          <a:lstStyle/>
          <a:p>
            <a:pPr algn="l">
              <a:lnSpc>
                <a:spcPct val="120000"/>
              </a:lnSpc>
            </a:pPr>
            <a:r>
              <a:rPr lang="en-US" altLang="zh-CN" sz="1400">
                <a:solidFill>
                  <a:schemeClr val="lt1"/>
                </a:solidFill>
                <a:latin typeface="微软雅黑" panose="020B0503020204020204" charset="-122"/>
                <a:ea typeface="微软雅黑" panose="020B0503020204020204" charset="-122"/>
                <a:cs typeface="微软雅黑" panose="020B0503020204020204" charset="-122"/>
              </a:rPr>
              <a:t>Green Sight AI's real</a:t>
            </a:r>
            <a:r>
              <a:rPr lang="zh-CN" altLang="en-US" sz="1400">
                <a:solidFill>
                  <a:schemeClr val="lt1"/>
                </a:solidFill>
                <a:latin typeface="微软雅黑" panose="020B0503020204020204" charset="-122"/>
                <a:ea typeface="微软雅黑" panose="020B0503020204020204" charset="-122"/>
                <a:cs typeface="微软雅黑" panose="020B0503020204020204" charset="-122"/>
              </a:rPr>
              <a:t>-</a:t>
            </a:r>
            <a:r>
              <a:rPr lang="en-US" altLang="zh-CN" sz="1400">
                <a:solidFill>
                  <a:schemeClr val="lt1"/>
                </a:solidFill>
                <a:latin typeface="微软雅黑" panose="020B0503020204020204" charset="-122"/>
                <a:ea typeface="微软雅黑" panose="020B0503020204020204" charset="-122"/>
                <a:cs typeface="微软雅黑" panose="020B0503020204020204" charset="-122"/>
              </a:rPr>
              <a:t>time monitoring and alerting features can reduce crop losses</a:t>
            </a:r>
            <a:endParaRPr lang="zh-CN" altLang="en-US" sz="1400">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9" name="标题 8"/>
          <p:cNvSpPr>
            <a:spLocks noGrp="1"/>
          </p:cNvSpPr>
          <p:nvPr>
            <p:ph type="title" idx="11"/>
            <p:custDataLst>
              <p:tags r:id="rId13"/>
            </p:custDataLst>
          </p:nvPr>
        </p:nvSpPr>
        <p:spPr>
          <a:xfrm>
            <a:off x="609600" y="482505"/>
            <a:ext cx="5626522" cy="711100"/>
          </a:xfrm>
        </p:spPr>
        <p:txBody>
          <a:bodyPr>
            <a:normAutofit fontScale="90000"/>
          </a:bodyPr>
          <a:lstStyle/>
          <a:p>
            <a:r>
              <a:rPr lang="en-US" altLang="zh-CN">
                <a:solidFill>
                  <a:schemeClr val="tx1">
                    <a:lumMod val="0"/>
                    <a:lumOff val="100000"/>
                  </a:schemeClr>
                </a:solidFill>
                <a:latin typeface="+mj-lt"/>
                <a:ea typeface="+mj-ea"/>
              </a:rPr>
              <a:t>Application prospects</a:t>
            </a:r>
            <a:endParaRPr lang="en-US" altLang="zh-CN">
              <a:solidFill>
                <a:schemeClr val="tx1">
                  <a:lumMod val="0"/>
                  <a:lumOff val="100000"/>
                </a:schemeClr>
              </a:solidFill>
              <a:latin typeface="+mj-lt"/>
              <a:ea typeface="+mj-ea"/>
            </a:endParaRPr>
          </a:p>
        </p:txBody>
      </p:sp>
    </p:spTree>
    <p:custDataLst>
      <p:tags r:id="rId1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2"/>
          <p:cNvSpPr>
            <a:spLocks noGrp="1"/>
          </p:cNvSpPr>
          <p:nvPr>
            <p:ph type="body" idx="16389"/>
            <p:custDataLst>
              <p:tags r:id="rId1"/>
            </p:custDataLst>
          </p:nvPr>
        </p:nvSpPr>
        <p:spPr>
          <a:xfrm>
            <a:off x="909218" y="2971800"/>
            <a:ext cx="5449358" cy="457200"/>
          </a:xfrm>
        </p:spPr>
        <p:txBody>
          <a:bodyPr/>
          <a:lstStyle/>
          <a:p>
            <a:r>
              <a:rPr lang="zh-CN" altLang="en-US" dirty="0"/>
              <a:t>THE END</a:t>
            </a:r>
            <a:endParaRPr lang="zh-CN" altLang="en-US" dirty="0"/>
          </a:p>
        </p:txBody>
      </p:sp>
    </p:spTree>
    <p:custDataLst>
      <p:tags r:id="rId2"/>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 name="KSO_WM_UNIT_PRESET_TEXT" val="单击此处编辑母版文本样式&#10;第二级&#10;第三级&#10;第四级&#10;第五级"/>
  <p:tag name="KSO_WM_UNIT_ISNUMDGMTITLE" val="0"/>
  <p:tag name="KSO_WM_TEMPLATE_INDEX" val="40490298"/>
  <p:tag name="KSO_WM_TEMPLATE_CATEGORY" val="custom"/>
</p:tagLst>
</file>

<file path=ppt/tags/tag3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titlestyle"/>
  <p:tag name="KSO_WM_UNIT_PRESET_TEXT" val="单击此处添加标题"/>
  <p:tag name="KSO_WM_TEMPLATE_INDEX" val="40490298"/>
  <p:tag name="KSO_WM_TEMPLATE_CATEGORY" val="custo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2*i*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40.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TEMPLATE_INDEX" val="40490298"/>
  <p:tag name="KSO_WM_TEMPLATE_CATEGORY" val="custo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4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3*f*1"/>
  <p:tag name="KSO_WM_UNIT_LAYERLEVEL" val="1"/>
  <p:tag name="KSO_WM_TAG_VERSION" val="3.0"/>
  <p:tag name="KSO_WM_BEAUTIFY_FLAG" val="#wm#"/>
  <p:tag name="KSO_WM_UNIT_PRESET_TEXT" val="单击此处编辑母版文本样式&#10;第二级&#10;第三级&#10;第四级&#10;第五级"/>
  <p:tag name="KSO_WM_UNIT_ISNUMDGMTITLE" val="0"/>
  <p:tag name="KSO_WM_TEMPLATE_INDEX" val="40490298"/>
  <p:tag name="KSO_WM_TEMPLATE_CATEGORY" val="custom"/>
</p:tagLst>
</file>

<file path=ppt/tags/tag4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3*f*2"/>
  <p:tag name="KSO_WM_UNIT_LAYERLEVEL" val="1"/>
  <p:tag name="KSO_WM_TAG_VERSION" val="3.0"/>
  <p:tag name="KSO_WM_BEAUTIFY_FLAG" val="#wm#"/>
  <p:tag name="KSO_WM_UNIT_PRESET_TEXT" val="单击此处编辑母版文本样式&#10;第二级&#10;第三级&#10;第四级&#10;第五级"/>
  <p:tag name="KSO_WM_UNIT_ISNUMDGMTITLE" val="0"/>
  <p:tag name="KSO_WM_TEMPLATE_INDEX" val="40490298"/>
  <p:tag name="KSO_WM_TEMPLATE_CATEGORY" val="custom"/>
</p:tagLst>
</file>

<file path=ppt/tags/tag47.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 name="KSO_WM_UNIT_CONTENT_GROUP_TYPE" val="titlestyle"/>
  <p:tag name="KSO_WM_TEMPLATE_INDEX" val="40490298"/>
  <p:tag name="KSO_WM_TEMPLATE_CATEGORY" val="custo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5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4*h_f*2_1"/>
  <p:tag name="KSO_WM_UNIT_LAYERLEVEL" val="1_1"/>
  <p:tag name="KSO_WM_TAG_VERSION" val="3.0"/>
  <p:tag name="KSO_WM_BEAUTIFY_FLAG" val="#wm#"/>
  <p:tag name="KSO_WM_UNIT_PRESET_TEXT" val="单击此处编辑母版文本样式&#10;第二级&#10;第三级&#10;第四级&#10;第五级"/>
  <p:tag name="KSO_WM_UNIT_ISNUMDGMTITLE" val="0"/>
  <p:tag name="KSO_WM_TEMPLATE_INDEX" val="40490298"/>
  <p:tag name="KSO_WM_TEMPLATE_CATEGORY" val="custom"/>
</p:tagLst>
</file>

<file path=ppt/tags/tag52.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4*h_a*2_1"/>
  <p:tag name="KSO_WM_UNIT_LAYERLEVEL" val="1_1"/>
  <p:tag name="KSO_WM_TAG_VERSION" val="3.0"/>
  <p:tag name="KSO_WM_BEAUTIFY_FLAG" val="#wm#"/>
  <p:tag name="KSO_WM_TEMPLATE_INDEX" val="40490298"/>
  <p:tag name="KSO_WM_TEMPLATE_CATEGORY" val="custom"/>
</p:tagLst>
</file>

<file path=ppt/tags/tag5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4*h_f*1_1"/>
  <p:tag name="KSO_WM_UNIT_LAYERLEVEL" val="1_1"/>
  <p:tag name="KSO_WM_TAG_VERSION" val="3.0"/>
  <p:tag name="KSO_WM_BEAUTIFY_FLAG" val="#wm#"/>
  <p:tag name="KSO_WM_UNIT_PRESET_TEXT" val="单击此处编辑母版文本样式&#10;第二级&#10;第三级&#10;第四级&#10;第五级"/>
  <p:tag name="KSO_WM_UNIT_ISNUMDGMTITLE" val="0"/>
  <p:tag name="KSO_WM_TEMPLATE_INDEX" val="40490298"/>
  <p:tag name="KSO_WM_TEMPLATE_CATEGORY" val="custom"/>
</p:tagLst>
</file>

<file path=ppt/tags/tag54.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4*h_a*1_1"/>
  <p:tag name="KSO_WM_UNIT_LAYERLEVEL" val="1_1"/>
  <p:tag name="KSO_WM_TAG_VERSION" val="3.0"/>
  <p:tag name="KSO_WM_BEAUTIFY_FLAG" val="#wm#"/>
  <p:tag name="KSO_WM_TEMPLATE_INDEX" val="40490298"/>
  <p:tag name="KSO_WM_TEMPLATE_CATEGORY" val="custom"/>
</p:tagLst>
</file>

<file path=ppt/tags/tag55.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titlestyle"/>
  <p:tag name="KSO_WM_TEMPLATE_INDEX" val="40490298"/>
  <p:tag name="KSO_WM_TEMPLATE_CATEGORY" val="custo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59.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 name="KSO_WM_UNIT_CONTENT_GROUP_TYPE" val="titlestyle"/>
  <p:tag name="KSO_WM_TEMPLATE_INDEX" val="40490298"/>
  <p:tag name="KSO_WM_TEMPLATE_CATEGORY" val="custo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6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7*f*1"/>
  <p:tag name="KSO_WM_UNIT_LAYERLEVEL" val="1"/>
  <p:tag name="KSO_WM_TAG_VERSION" val="3.0"/>
  <p:tag name="KSO_WM_BEAUTIFY_FLAG" val="#wm#"/>
  <p:tag name="KSO_WM_UNIT_PRESET_TEXT" val="单击此处编辑母版文本样式&#10;第二级&#10;第三级&#10;第四级&#10;第五级"/>
  <p:tag name="KSO_WM_UNIT_ISNUMDGMTITLE" val="0"/>
  <p:tag name="KSO_WM_TEMPLATE_INDEX" val="40490298"/>
  <p:tag name="KSO_WM_TEMPLATE_CATEGORY" val="custo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70.xml><?xml version="1.0" encoding="utf-8"?>
<p:tagLst xmlns:p="http://schemas.openxmlformats.org/presentationml/2006/main">
  <p:tag name="KSO_WM_UNIT_ISCONTENTSTITLE" val="0"/>
  <p:tag name="KSO_WM_UNIT_ISNUMDGMTITLE" val="0"/>
  <p:tag name="KSO_WM_UNIT_PRESET_TEXT" val="单击选择预设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8*b*1"/>
  <p:tag name="KSO_WM_UNIT_LAYERLEVEL" val="1"/>
  <p:tag name="KSO_WM_TAG_VERSION" val="3.0"/>
  <p:tag name="KSO_WM_BEAUTIFY_FLAG" val="#wm#"/>
  <p:tag name="KSO_WM_UNIT_CONTENT_GROUP_TYPE" val="titlestyle"/>
  <p:tag name="KSO_WM_TEMPLATE_INDEX" val="40490298"/>
  <p:tag name="KSO_WM_TEMPLATE_CATEGORY" val="custom"/>
</p:tagLst>
</file>

<file path=ppt/tags/tag71.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8*a*1"/>
  <p:tag name="KSO_WM_UNIT_LAYERLEVEL" val="1"/>
  <p:tag name="KSO_WM_TAG_VERSION" val="3.0"/>
  <p:tag name="KSO_WM_BEAUTIFY_FLAG" val="#wm#"/>
  <p:tag name="KSO_WM_UNIT_CONTENT_GROUP_TYPE" val="titlestyle"/>
  <p:tag name="KSO_WM_TEMPLATE_INDEX" val="40490298"/>
  <p:tag name="KSO_WM_TEMPLATE_CATEGORY" val="custo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9*i*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78.xml><?xml version="1.0" encoding="utf-8"?>
<p:tagLst xmlns:p="http://schemas.openxmlformats.org/presentationml/2006/main">
  <p:tag name="KSO_WM_BEAUTIFY_FLAG" val="#wm#"/>
  <p:tag name="KSO_WM_FIGMA_FLAG" val="#fgm#"/>
  <p:tag name="KSO_WM_UNIT_INDEX" val="1"/>
  <p:tag name="KSO_WM_UNIT_SUBTYPE" val="c"/>
  <p:tag name="KSO_WM_UNIT_TEXT_TYPE" val="1"/>
  <p:tag name="KSO_WM_UNIT_TYPE" val="f"/>
  <p:tag name="KSO_WM_UNIT_ID" val="_9*f*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98"/>
  <p:tag name="KSO_WM_TEMPLATE_CATEGORY" val="custo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80.xml><?xml version="1.0" encoding="utf-8"?>
<p:tagLst xmlns:p="http://schemas.openxmlformats.org/presentationml/2006/main">
  <p:tag name="KSO_WM_UNIT_ISCONTENTSTITLE" val="0"/>
  <p:tag name="KSO_WM_BEAUTIFY_FLAG" val="#wm#"/>
  <p:tag name="KSO_WM_FIGMA_FLAG" val="#fgm#"/>
  <p:tag name="KSO_WM_UNIT_INDEX" val="1"/>
  <p:tag name="KSO_WM_UNIT_TEXT_TYPE" val="1"/>
  <p:tag name="KSO_WM_UNIT_TYPE" val="a"/>
  <p:tag name="KSO_WM_LAYOUT_CHECK_HASH" val="7574db6945bd568bfd01488f07e40bf91b0ea21a"/>
  <p:tag name="KSO_WM_NEWLAYOUT_ID" val="114"/>
  <p:tag name="KSO_WM_UNIT_ID" val="_9*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98"/>
  <p:tag name="KSO_WM_TEMPLATE_CATEGORY" val="custom"/>
</p:tagLst>
</file>

<file path=ppt/tags/tag81.xml><?xml version="1.0" encoding="utf-8"?>
<p:tagLst xmlns:p="http://schemas.openxmlformats.org/presentationml/2006/main">
  <p:tag name="KSO_WM_UNIT_SUBTYPE" val="b"/>
  <p:tag name="KSO_WM_BEAUTIFY_FLAG" val="#wm#"/>
  <p:tag name="KSO_WM_FIGMA_FLAG" val="#fgm#"/>
  <p:tag name="KSO_WM_UNIT_INDEX" val="2"/>
  <p:tag name="KSO_WM_UNIT_TEXT_TYPE" val="1"/>
  <p:tag name="KSO_WM_UNIT_TYPE" val="f"/>
  <p:tag name="KSO_WM_UNIT_ID" val="_9*f*2"/>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98"/>
  <p:tag name="KSO_WM_TEMPLATE_CATEGORY" val="custom"/>
</p:tagLst>
</file>

<file path=ppt/tags/tag8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0*i*1"/>
  <p:tag name="KSO_WM_UNIT_LAYERLEVEL" val="1"/>
  <p:tag name="KSO_WM_TAG_VERSION" val="3.0"/>
  <p:tag name="KSO_WM_UNIT_TYPE" val="i"/>
  <p:tag name="KSO_WM_UNIT_INDEX" val="1"/>
  <p:tag name="KSO_WM_UNIT_ISNUMDGMTITLE" val="0"/>
  <p:tag name="KSO_WM_UNIT_NOCLEAR" val="0"/>
  <p:tag name="KSO_WM_TEMPLATE_INDEX" val="40490298"/>
  <p:tag name="KSO_WM_TEMPLATE_CATEGORY" val="custo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86.xml><?xml version="1.0" encoding="utf-8"?>
<p:tagLst xmlns:p="http://schemas.openxmlformats.org/presentationml/2006/main">
  <p:tag name="KSO_WM_UNIT_ISCONTENTSTITLE" val="0"/>
  <p:tag name="KSO_WM_BEAUTIFY_FLAG" val="#wm#"/>
  <p:tag name="KSO_WM_FIGMA_FLAG" val="#fgm#"/>
  <p:tag name="KSO_WM_UNIT_INDEX" val="1"/>
  <p:tag name="KSO_WM_UNIT_TEXT_TYPE" val="1"/>
  <p:tag name="KSO_WM_UNIT_TYPE" val="a"/>
  <p:tag name="KSO_WM_LAYOUT_CHECK_HASH" val="9adfc9d4344a7518d36646379834f92654042544"/>
  <p:tag name="KSO_WM_NEWLAYOUT_ID" val="120"/>
  <p:tag name="KSO_WM_UNIT_ID" val="_10*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98"/>
  <p:tag name="KSO_WM_TEMPLATE_CATEGORY" val="custom"/>
</p:tagLst>
</file>

<file path=ppt/tags/tag87.xml><?xml version="1.0" encoding="utf-8"?>
<p:tagLst xmlns:p="http://schemas.openxmlformats.org/presentationml/2006/main">
  <p:tag name="KSO_WM_UNIT_PRESET_TEXT" val="01"/>
  <p:tag name="KSO_WM_BEAUTIFY_FLAG" val="#wm#"/>
  <p:tag name="KSO_WM_FIGMA_FLAG" val="#fgm#"/>
  <p:tag name="KSO_WM_UNIT_INDEX" val="1"/>
  <p:tag name="KSO_WM_UNIT_TYPE" val="e"/>
  <p:tag name="KSO_WM_UNIT_ID" val="_10*e*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98"/>
  <p:tag name="KSO_WM_TEMPLATE_CATEGORY" val="custom"/>
</p:tagLst>
</file>

<file path=ppt/tags/tag8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UNIT_TYPE" val="i"/>
  <p:tag name="KSO_WM_UNIT_INDEX" val="1"/>
  <p:tag name="KSO_WM_UNIT_ISNUMDGMTITLE" val="0"/>
  <p:tag name="KSO_WM_UNIT_NOCLEAR" val="0"/>
  <p:tag name="KSO_WM_TEMPLATE_INDEX" val="40490298"/>
  <p:tag name="KSO_WM_TEMPLATE_CATEGORY" val="custo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92.xml><?xml version="1.0" encoding="utf-8"?>
<p:tagLst xmlns:p="http://schemas.openxmlformats.org/presentationml/2006/main">
  <p:tag name="KSO_WM_BEAUTIFY_FLAG" val="#wm#"/>
  <p:tag name="KSO_WM_FIGMA_FLAG" val="#fgm#"/>
  <p:tag name="KSO_WM_UNIT_INDEX" val="1"/>
  <p:tag name="KSO_WM_UNIT_TEXT_TYPE" val="1"/>
  <p:tag name="KSO_WM_UNIT_TYPE" val="b"/>
  <p:tag name="KSO_WM_UNIT_ID" val="_11*b*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98"/>
  <p:tag name="KSO_WM_TEMPLATE_CATEGORY" val="custom"/>
</p:tagLst>
</file>

<file path=ppt/tags/tag93.xml><?xml version="1.0" encoding="utf-8"?>
<p:tagLst xmlns:p="http://schemas.openxmlformats.org/presentationml/2006/main">
  <p:tag name="KSO_WM_UNIT_ISCONTENTSTITLE" val="0"/>
  <p:tag name="KSO_WM_BEAUTIFY_FLAG" val="#wm#"/>
  <p:tag name="KSO_WM_FIGMA_FLAG" val="#fgm#"/>
  <p:tag name="KSO_WM_UNIT_INDEX" val="1"/>
  <p:tag name="KSO_WM_UNIT_TEXT_TYPE" val="1"/>
  <p:tag name="KSO_WM_UNIT_TYPE" val="a"/>
  <p:tag name="KSO_WM_LAYOUT_CHECK_HASH" val="fd3f2510ce1f74bdcee26ec85381eef38a10da64"/>
  <p:tag name="KSO_WM_NEWLAYOUT_ID" val="126"/>
  <p:tag name="KSO_WM_UNIT_ID" val="_11*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98"/>
  <p:tag name="KSO_WM_TEMPLATE_CATEGORY" val="custo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97.xml><?xml version="1.0" encoding="utf-8"?>
<p:tagLst xmlns:p="http://schemas.openxmlformats.org/presentationml/2006/main">
  <p:tag name="KSO_WM_BEAUTIFY_FLAG" val="#fgm#"/>
  <p:tag name="KSO_WM_FIGMA_FLAG" val="#fgm#"/>
  <p:tag name="KSO_WM_UNIT_INDEX" val="1"/>
  <p:tag name="KSO_WM_UNIT_TEXT_TYPE" val="1"/>
  <p:tag name="KSO_WM_UNIT_TYPE" val="b"/>
</p:tagLst>
</file>

<file path=ppt/tags/tag98.xml><?xml version="1.0" encoding="utf-8"?>
<p:tagLst xmlns:p="http://schemas.openxmlformats.org/presentationml/2006/main">
  <p:tag name="KSO_WM_BEAUTIFY_FLAG" val="#fgm#"/>
  <p:tag name="KSO_WM_FIGMA_FLAG" val="#fgm#"/>
  <p:tag name="KSO_WM_UNIT_INDEX" val="1"/>
  <p:tag name="KSO_WM_UNIT_TEXT_TYPE" val="1"/>
  <p:tag name="KSO_WM_UNIT_TYPE" val="a"/>
  <p:tag name="KSO_WM_LAYOUT_CHECK_HASH" val="487becdc2aee3d3eaa50b6de58a2265c0f9dedad"/>
  <p:tag name="KSO_WM_NEWLAYOUT_ID" val="1"/>
</p:tagLst>
</file>

<file path=ppt/tags/tag99.xml><?xml version="1.0" encoding="utf-8"?>
<p:tagLst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100.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1_2"/>
  <p:tag name="KSO_WM_UNIT_TYPE" val="l_h_i"/>
</p:tagLst>
</file>

<file path=ppt/tags/tag10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02.xml><?xml version="1.0" encoding="utf-8"?>
<p:tagLst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103.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2_2"/>
  <p:tag name="KSO_WM_UNIT_TYPE" val="l_h_i"/>
</p:tagLst>
</file>

<file path=ppt/tags/tag104.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05.xml><?xml version="1.0" encoding="utf-8"?>
<p:tagLst xmlns:p="http://schemas.openxmlformats.org/presentationml/2006/main">
  <p:tag name="KSO_WM_BEAUTIFY_FLAG" val="#fgm#"/>
  <p:tag name="KSO_WM_DIAGRAM_GROUP_CODE" val="1"/>
  <p:tag name="KSO_WM_FIGMA_FLAG" val="#fgm#"/>
  <p:tag name="KSO_WM_UNIT_INDEX" val="1_3_1"/>
  <p:tag name="KSO_WM_UNIT_SUBTYPE" val="d"/>
  <p:tag name="KSO_WM_UNIT_TYPE" val="l_h_i"/>
</p:tagLst>
</file>

<file path=ppt/tags/tag106.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3_2"/>
  <p:tag name="KSO_WM_UNIT_TYPE" val="l_h_i"/>
</p:tagLst>
</file>

<file path=ppt/tags/tag107.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08.xml><?xml version="1.0" encoding="utf-8"?>
<p:tagLst xmlns:p="http://schemas.openxmlformats.org/presentationml/2006/main">
  <p:tag name="KSO_WM_BEAUTIFY_FLAG" val="#fgm#"/>
  <p:tag name="KSO_WM_DIAGRAM_GROUP_CODE" val="1"/>
  <p:tag name="KSO_WM_FIGMA_FLAG" val="#fgm#"/>
  <p:tag name="KSO_WM_UNIT_INDEX" val="1_4_1"/>
  <p:tag name="KSO_WM_UNIT_SUBTYPE" val="d"/>
  <p:tag name="KSO_WM_UNIT_TYPE" val="l_h_i"/>
</p:tagLst>
</file>

<file path=ppt/tags/tag109.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4_2"/>
  <p:tag name="KSO_WM_UNIT_TYPE" val="l_h_i"/>
</p:tagLst>
</file>

<file path=ppt/tags/tag110.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114.xml><?xml version="1.0" encoding="utf-8"?>
<p:tagLst xmlns:p="http://schemas.openxmlformats.org/presentationml/2006/main">
  <p:tag name="KSO_WM_BEAUTIFY_FLAG" val="#fgm#"/>
  <p:tag name="KSO_WM_FIGMA_FLAG" val="#fgm#"/>
  <p:tag name="KSO_WM_UNIT_INDEX" val="1"/>
  <p:tag name="KSO_WM_UNIT_TEXT_TYPE" val="1"/>
  <p:tag name="KSO_WM_UNIT_TYPE" val="b"/>
</p:tagLst>
</file>

<file path=ppt/tags/tag115.xml><?xml version="1.0" encoding="utf-8"?>
<p:tagLst xmlns:p="http://schemas.openxmlformats.org/presentationml/2006/main">
  <p:tag name="KSO_WM_BEAUTIFY_FLAG" val="#fgm#"/>
  <p:tag name="KSO_WM_FIGMA_FLAG" val="#fgm#"/>
  <p:tag name="KSO_WM_UNIT_INDEX" val="1"/>
  <p:tag name="KSO_WM_UNIT_TEXT_TYPE" val="1"/>
  <p:tag name="KSO_WM_UNIT_TYPE" val="a"/>
  <p:tag name="KSO_WM_LAYOUT_CHECK_HASH" val="c70ef8e19f526dd28438cb77a43bdd64da4397c6"/>
  <p:tag name="KSO_WM_NEWLAYOUT_GROUP_ID" val="layout_1-5"/>
  <p:tag name="KSO_WM_NEWLAYOUT_ID" val="slide_61223ae7a7f7aefc"/>
</p:tagLst>
</file>

<file path=ppt/tags/tag116.xml><?xml version="1.0" encoding="utf-8"?>
<p:tagLst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117.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1_2"/>
  <p:tag name="KSO_WM_UNIT_TYPE" val="l_h_i"/>
</p:tagLst>
</file>

<file path=ppt/tags/tag118.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19.xml><?xml version="1.0" encoding="utf-8"?>
<p:tagLst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120.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2_2"/>
  <p:tag name="KSO_WM_UNIT_TYPE" val="l_h_i"/>
</p:tagLst>
</file>

<file path=ppt/tags/tag12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22.xml><?xml version="1.0" encoding="utf-8"?>
<p:tagLst xmlns:p="http://schemas.openxmlformats.org/presentationml/2006/main">
  <p:tag name="KSO_WM_BEAUTIFY_FLAG" val="#fgm#"/>
  <p:tag name="KSO_WM_DIAGRAM_GROUP_CODE" val="1"/>
  <p:tag name="KSO_WM_FIGMA_FLAG" val="#fgm#"/>
  <p:tag name="KSO_WM_UNIT_INDEX" val="1_3_1"/>
  <p:tag name="KSO_WM_UNIT_SUBTYPE" val="d"/>
  <p:tag name="KSO_WM_UNIT_TYPE" val="l_h_i"/>
</p:tagLst>
</file>

<file path=ppt/tags/tag123.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3_2"/>
  <p:tag name="KSO_WM_UNIT_TYPE" val="l_h_i"/>
</p:tagLst>
</file>

<file path=ppt/tags/tag124.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25.xml><?xml version="1.0" encoding="utf-8"?>
<p:tagLst xmlns:p="http://schemas.openxmlformats.org/presentationml/2006/main">
  <p:tag name="KSO_WM_BEAUTIFY_FLAG" val="#fgm#"/>
  <p:tag name="KSO_WM_DIAGRAM_GROUP_CODE" val="1"/>
  <p:tag name="KSO_WM_FIGMA_FLAG" val="#fgm#"/>
  <p:tag name="KSO_WM_UNIT_INDEX" val="1_4_1"/>
  <p:tag name="KSO_WM_UNIT_SUBTYPE" val="d"/>
  <p:tag name="KSO_WM_UNIT_TYPE" val="l_h_i"/>
</p:tagLst>
</file>

<file path=ppt/tags/tag126.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4_2"/>
  <p:tag name="KSO_WM_UNIT_TYPE" val="l_h_i"/>
</p:tagLst>
</file>

<file path=ppt/tags/tag127.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131.xml><?xml version="1.0" encoding="utf-8"?>
<p:tagLst xmlns:p="http://schemas.openxmlformats.org/presentationml/2006/main">
  <p:tag name="KSO_WM_BEAUTIFY_FLAG" val="#fgm#"/>
  <p:tag name="KSO_WM_FIGMA_FLAG" val="#fgm#"/>
  <p:tag name="KSO_WM_UNIT_INDEX" val="1"/>
  <p:tag name="KSO_WM_UNIT_TYPE" val="a"/>
  <p:tag name="KSO_WM_LAYOUT_CHECK_HASH" val="bb333dff621e0e4a3ffca8a2486910b0a5ca3606"/>
  <p:tag name="KSO_WM_NEWLAYOUT_GROUP_ID" val="layout_59"/>
  <p:tag name="KSO_WM_NEWLAYOUT_ID" val="slide_a03752dd04035ed8"/>
</p:tagLst>
</file>

<file path=ppt/tags/tag132.xml><?xml version="1.0" encoding="utf-8"?>
<p:tagLst xmlns:p="http://schemas.openxmlformats.org/presentationml/2006/main">
  <p:tag name="KSO_WM_BEAUTIFY_FLAG" val="#fgm#"/>
  <p:tag name="KSO_WM_FIGMA_FLAG" val="#fgm#"/>
  <p:tag name="KSO_WM_UNIT_INDEX" val="1"/>
  <p:tag name="KSO_WM_UNIT_TYPE" val="d"/>
</p:tagLst>
</file>

<file path=ppt/tags/tag133.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13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3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36.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137.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38.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142.xml><?xml version="1.0" encoding="utf-8"?>
<p:tagLst xmlns:p="http://schemas.openxmlformats.org/presentationml/2006/main">
  <p:tag name="KSO_WM_BEAUTIFY_FLAG" val="#fgm#"/>
  <p:tag name="KSO_WM_FIGMA_FLAG" val="#fgm#"/>
  <p:tag name="KSO_WM_UNIT_INDEX" val="1"/>
  <p:tag name="KSO_WM_UNIT_TYPE" val="a"/>
  <p:tag name="KSO_WM_LAYOUT_CHECK_HASH" val="03ae9164f4d216babe76ff4615fcdbf249bcc613"/>
  <p:tag name="KSO_WM_NEWLAYOUT_GROUP_ID" val="layout_2"/>
  <p:tag name="KSO_WM_NEWLAYOUT_ID" val="slide_cce2eb3a906a8f67"/>
</p:tagLst>
</file>

<file path=ppt/tags/tag14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44.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14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4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47.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148.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14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5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51.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152.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153.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54.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55.xml><?xml version="1.0" encoding="utf-8"?>
<p:tagLst xmlns:p="http://schemas.openxmlformats.org/presentationml/2006/main">
  <p:tag name="KSO_WM_UNIT_TYPE" val="d"/>
  <p:tag name="KSO_WM_UNIT_INDEX" val="1"/>
  <p:tag name="KSO_WM_BEAUTIFY_FLAG" val="#wm#"/>
  <p:tag name="KSO_WM_TAG_VERSION" val="3.0"/>
</p:tagLst>
</file>

<file path=ppt/tags/tag156.xml><?xml version="1.0" encoding="utf-8"?>
<p:tagLst xmlns:p="http://schemas.openxmlformats.org/presentationml/2006/main">
  <p:tag name="KSO_WM_UNIT_TYPE" val="a"/>
  <p:tag name="KSO_WM_UNIT_INDEX" val="1"/>
  <p:tag name="KSO_WM_BEAUTIFY_FLAG" val="#wm#"/>
  <p:tag name="KSO_WM_TAG_VERSION" val="3.0"/>
  <p:tag name="AIBEASPECIALSHAPE" val="1"/>
  <p:tag name="KSO_WM_AILAYOUT_OPTION" val="0_1_1_0"/>
  <p:tag name="KSO_WM_LAYOUT_CARDGROUP_FEATURE" val="1*1*5*1*1"/>
  <p:tag name="KSO_WM_LAYOUT_CARDGROUP_ID" val="00398fd197574cae9c56870017688443"/>
  <p:tag name="KSO_WM_LAYOUT_CARDGROUP_STYLE_INFO" val="C1_sc_p2*standard*2"/>
  <p:tag name="KSO_WM_LAYOUT_CARD_COUNT" val="2"/>
  <p:tag name="KSO_WM_LAYOUT_CHECK_HASH" val="d1bae7f47b841fd5288b2713cd11fc5afd39917c"/>
  <p:tag name="KSO_WM_LAYOUT_DOMHASH" val="811e899127454e67863f535e73254955967c40be"/>
  <p:tag name="KSO_WM_LAYOUT_MCSHASH" val="107be5518232ce26bcde1a2c0495389f80650237"/>
  <p:tag name="KSO_WM_NEWLAYOUT_GROUP_ID" val="40"/>
  <p:tag name="KSO_WM_NEWLAYOUT_ID" val="lay_fb6c34eba8e90fc6cc650bfd65bf5264ee39fe27"/>
</p:tagLst>
</file>

<file path=ppt/tags/tag157.xml><?xml version="1.0" encoding="utf-8"?>
<p:tagLst xmlns:p="http://schemas.openxmlformats.org/presentationml/2006/main">
  <p:tag name="KSO_WM_PLACEHOLDER_TYPE" val="cg"/>
  <p:tag name="KSO_WM_UNIT_INDEX" val="1"/>
  <p:tag name="KSO_WM_BEAUTIFY_FLAG" val="#wm#"/>
  <p:tag name="KSO_WM_TAG_VERSION" val="3.0"/>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161.xml><?xml version="1.0" encoding="utf-8"?>
<p:tagLst xmlns:p="http://schemas.openxmlformats.org/presentationml/2006/main">
  <p:tag name="KSO_WM_BEAUTIFY_FLAG" val="#fgm#"/>
  <p:tag name="KSO_WM_FIGMA_FLAG" val="#fgm#"/>
  <p:tag name="KSO_WM_UNIT_INDEX" val="1"/>
  <p:tag name="KSO_WM_UNIT_TYPE" val="a"/>
  <p:tag name="KSO_WM_LAYOUT_CHECK_HASH" val="64074d7080f1c46d9e90ea3eaa72cfa74aebf849"/>
  <p:tag name="KSO_WM_NEWLAYOUT_GROUP_ID" val="layout_6"/>
  <p:tag name="KSO_WM_NEWLAYOUT_ID" val="slide_db6ecc7827b66e6e"/>
</p:tagLst>
</file>

<file path=ppt/tags/tag162.xml><?xml version="1.0" encoding="utf-8"?>
<p:tagLst xmlns:p="http://schemas.openxmlformats.org/presentationml/2006/main">
  <p:tag name="KSO_WM_BEAUTIFY_FLAG" val="#fgm#"/>
  <p:tag name="KSO_WM_FIGMA_FLAG" val="#fgm#"/>
  <p:tag name="KSO_WM_UNIT_INDEX" val="1"/>
  <p:tag name="KSO_WM_UNIT_TYPE" val="d"/>
</p:tagLst>
</file>

<file path=ppt/tags/tag163.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16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6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66.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167.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68.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69.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170.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71.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175.xml><?xml version="1.0" encoding="utf-8"?>
<p:tagLst xmlns:p="http://schemas.openxmlformats.org/presentationml/2006/main">
  <p:tag name="KSO_WM_BEAUTIFY_FLAG" val="#fgm#"/>
  <p:tag name="KSO_WM_FIGMA_FLAG" val="#fgm#"/>
  <p:tag name="KSO_WM_UNIT_INDEX" val="1"/>
  <p:tag name="KSO_WM_UNIT_TYPE" val="a"/>
  <p:tag name="KSO_WM_LAYOUT_CHECK_HASH" val="a6803430b063f0ef1c3792c2f66a3f105b683956"/>
  <p:tag name="KSO_WM_NEWLAYOUT_GROUP_ID" val="layout_63"/>
  <p:tag name="KSO_WM_NEWLAYOUT_ID" val="slide_bf4a5822a39e10dd"/>
</p:tagLst>
</file>

<file path=ppt/tags/tag176.xml><?xml version="1.0" encoding="utf-8"?>
<p:tagLst xmlns:p="http://schemas.openxmlformats.org/presentationml/2006/main">
  <p:tag name="KSO_WM_BEAUTIFY_FLAG" val="#fgm#"/>
  <p:tag name="KSO_WM_FIGMA_FLAG" val="#fgm#"/>
  <p:tag name="KSO_WM_UNIT_INDEX" val="1"/>
  <p:tag name="KSO_WM_UNIT_TYPE" val="d"/>
</p:tagLst>
</file>

<file path=ppt/tags/tag17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7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7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8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81.xml><?xml version="1.0" encoding="utf-8"?>
<p:tagLst xmlns:p="http://schemas.openxmlformats.org/presentationml/2006/main">
  <p:tag name="KSO_WM_UNIT_TYPE" val="d"/>
  <p:tag name="KSO_WM_UNIT_INDEX" val="1"/>
  <p:tag name="KSO_WM_BEAUTIFY_FLAG" val="#wm#"/>
  <p:tag name="KSO_WM_TAG_VERSION" val="3.0"/>
</p:tagLst>
</file>

<file path=ppt/tags/tag182.xml><?xml version="1.0" encoding="utf-8"?>
<p:tagLst xmlns:p="http://schemas.openxmlformats.org/presentationml/2006/main">
  <p:tag name="KSO_WM_UNIT_TYPE" val="a"/>
  <p:tag name="KSO_WM_UNIT_INDEX" val="1"/>
  <p:tag name="KSO_WM_BEAUTIFY_FLAG" val="#wm#"/>
  <p:tag name="KSO_WM_TAG_VERSION" val="3.0"/>
  <p:tag name="AIBEASPECIALSHAPE" val="1"/>
  <p:tag name="KSO_WM_AILAYOUT_OPTION" val="0_1_1_0"/>
  <p:tag name="KSO_WM_LAYOUT_CARDGROUP_FEATURE" val="1*1*5*1*1"/>
  <p:tag name="KSO_WM_LAYOUT_CARDGROUP_ID" val="c74b278b910245d396b83ef77bc9cdfb"/>
  <p:tag name="KSO_WM_LAYOUT_CARDGROUP_STYLE_INFO" val="C1_sc_p2*standard*0"/>
  <p:tag name="KSO_WM_LAYOUT_CARD_COUNT" val="3"/>
  <p:tag name="KSO_WM_LAYOUT_CHECK_HASH" val="d1bae7f47b841fd5288b2713cd11fc5afd39917c"/>
  <p:tag name="KSO_WM_LAYOUT_DOMHASH" val="811e899127454e67863f535e73254955967c40be"/>
  <p:tag name="KSO_WM_LAYOUT_MCSHASH" val="107be5518232ce26bcde1a2c0495389f80650237"/>
  <p:tag name="KSO_WM_NEWLAYOUT_GROUP_ID" val="40"/>
  <p:tag name="KSO_WM_NEWLAYOUT_ID" val="lay_fb6c34eba8e90fc6cc650bfd65bf5264ee39fe27"/>
</p:tagLst>
</file>

<file path=ppt/tags/tag183.xml><?xml version="1.0" encoding="utf-8"?>
<p:tagLst xmlns:p="http://schemas.openxmlformats.org/presentationml/2006/main">
  <p:tag name="KSO_WM_PLACEHOLDER_TYPE" val="cg"/>
  <p:tag name="KSO_WM_UNIT_INDEX" val="1"/>
  <p:tag name="KSO_WM_BEAUTIFY_FLAG" val="#wm#"/>
  <p:tag name="KSO_WM_TAG_VERSION" val="3.0"/>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187.xml><?xml version="1.0" encoding="utf-8"?>
<p:tagLst xmlns:p="http://schemas.openxmlformats.org/presentationml/2006/main">
  <p:tag name="KSO_WM_BEAUTIFY_FLAG" val="#fgm#"/>
  <p:tag name="KSO_WM_FIGMA_FLAG" val="#fgm#"/>
  <p:tag name="KSO_WM_UNIT_INDEX" val="1"/>
  <p:tag name="KSO_WM_UNIT_TYPE" val="a"/>
  <p:tag name="KSO_WM_LAYOUT_CHECK_HASH" val="7edd0e8c0446ebdb74abc73564781b47ff55d817"/>
  <p:tag name="KSO_WM_NEWLAYOUT_GROUP_ID" val="layout_42"/>
  <p:tag name="KSO_WM_NEWLAYOUT_ID" val="slide_3fa2b457fbd1d7e4"/>
</p:tagLst>
</file>

<file path=ppt/tags/tag188.xml><?xml version="1.0" encoding="utf-8"?>
<p:tagLst xmlns:p="http://schemas.openxmlformats.org/presentationml/2006/main">
  <p:tag name="KSO_WM_BEAUTIFY_FLAG" val="#fgm#"/>
  <p:tag name="KSO_WM_FIGMA_FLAG" val="#fgm#"/>
  <p:tag name="KSO_WM_UNIT_INDEX" val="1"/>
  <p:tag name="KSO_WM_UNIT_TYPE" val="d"/>
</p:tagLst>
</file>

<file path=ppt/tags/tag189.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19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9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92.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19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9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95.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196.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97.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201.xml><?xml version="1.0" encoding="utf-8"?>
<p:tagLst xmlns:p="http://schemas.openxmlformats.org/presentationml/2006/main">
  <p:tag name="KSO_WM_BEAUTIFY_FLAG" val="#fgm#"/>
  <p:tag name="KSO_WM_FIGMA_FLAG" val="#fgm#"/>
  <p:tag name="KSO_WM_UNIT_INDEX" val="1"/>
  <p:tag name="KSO_WM_UNIT_TYPE" val="a"/>
  <p:tag name="KSO_WM_LAYOUT_CHECK_HASH" val="dc1576810ec02694a42f3a5bf05cc3ee554c0fac"/>
  <p:tag name="KSO_WM_NEWLAYOUT_GROUP_ID" val="layout_51"/>
  <p:tag name="KSO_WM_NEWLAYOUT_ID" val="slide_5f9bbafbd906f1fe"/>
</p:tagLst>
</file>

<file path=ppt/tags/tag202.xml><?xml version="1.0" encoding="utf-8"?>
<p:tagLst xmlns:p="http://schemas.openxmlformats.org/presentationml/2006/main">
  <p:tag name="KSO_WM_BEAUTIFY_FLAG" val="#fgm#"/>
  <p:tag name="KSO_WM_FIGMA_FLAG" val="#fgm#"/>
  <p:tag name="KSO_WM_UNIT_INDEX" val="1"/>
  <p:tag name="KSO_WM_UNIT_TYPE" val="d"/>
</p:tagLst>
</file>

<file path=ppt/tags/tag203.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20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0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06.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207.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08.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09.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210.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11.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 name="KSO_WM_UNIT_ISNUMDGMTITLE" val="0"/>
  <p:tag name="KSO_WM_UNIT_NOCLEAR" val="0"/>
  <p:tag name="KSO_WM_TEMPLATE_INDEX" val="40490298"/>
  <p:tag name="KSO_WM_TEMPLATE_CATEGORY" val="custom"/>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21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UNIT_TYPE" val="i"/>
  <p:tag name="KSO_WM_UNIT_INDEX" val="2"/>
  <p:tag name="KSO_WM_UNIT_ISNUMDGMTITLE" val="0"/>
  <p:tag name="KSO_WM_UNIT_NOCLEAR" val="0"/>
  <p:tag name="KSO_WM_TEMPLATE_INDEX" val="40490298"/>
  <p:tag name="KSO_WM_TEMPLATE_CATEGORY" val="custom"/>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 name="KSO_WM_UNIT_ISNUMDGMTITLE" val="0"/>
  <p:tag name="KSO_WM_UNIT_NOCLEAR" val="0"/>
  <p:tag name="KSO_WM_TEMPLATE_INDEX" val="40490298"/>
  <p:tag name="KSO_WM_TEMPLATE_CATEGORY" val="custom"/>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TEMPLATE_CATEGORY" val="custom"/>
  <p:tag name="KSO_WM_TEMPLATE_INDEX" val="40490298"/>
  <p:tag name="KSO_WM_UNIT_ISNUMDGMTITLE" val="0"/>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INDEX" val="40490298"/>
  <p:tag name="KSO_WM_TEMPLATE_CATEGORY" val="custom"/>
</p:tagLst>
</file>

<file path=ppt/tags/tag220.xml><?xml version="1.0" encoding="utf-8"?>
<p:tagLst xmlns:p="http://schemas.openxmlformats.org/presentationml/2006/main">
  <p:tag name="KSO_WM_TEMPLATE_SUBCATEGORY" val="29"/>
  <p:tag name="KSO_WM_BEAUTIFY_FLAG" val="#wm#"/>
  <p:tag name="KSO_WM_TEMPLATE_SLIDE_ID" val="slide_4b787e1769c53a6b"/>
  <p:tag name="KSO_WM_TEMPLATE_THUMBS_INDEX" val="1、9"/>
  <p:tag name="KSO_WM_TEMPLATE_INDEX" val="40490298"/>
  <p:tag name="KSO_WM_TEMPLATE_CATEGORY" val="custom"/>
  <p:tag name="KSO_WM_TEMPLATE_MASTER_TYPE" val="0"/>
  <p:tag name="KSO_WM_TAG_VERSION" val="3.0"/>
</p:tagLst>
</file>

<file path=ppt/tags/tag221.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 name="KSO_WM_AITEMPLATE_STYLE_ID" val="69796631901"/>
</p:tagLst>
</file>

<file path=ppt/tags/tag222.xml><?xml version="1.0" encoding="utf-8"?>
<p:tagLst xmlns:p="http://schemas.openxmlformats.org/presentationml/2006/main">
  <p:tag name="KSO_WM_BEAUTIFY_FLAG" val="#wm#"/>
  <p:tag name="KSO_WM_FIGMA_FLAG" val="#fgm#"/>
  <p:tag name="KSO_WM_UNIT_INDEX" val="1"/>
  <p:tag name="KSO_WM_UNIT_SUBTYPE" val="c"/>
  <p:tag name="KSO_WM_UNIT_TEXT_TYPE" val="1"/>
  <p:tag name="KSO_WM_UNIT_TYPE" val="f"/>
  <p:tag name="KSO_WM_UNIT_PRESET_TEXT" val="20XX YEAR"/>
  <p:tag name="KSO_WM_UNIT_ID" val="_9*f*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98"/>
  <p:tag name="KSO_WM_TEMPLATE_CATEGORY" val="custom"/>
</p:tagLst>
</file>

<file path=ppt/tags/tag223.xml><?xml version="1.0" encoding="utf-8"?>
<p:tagLst xmlns:p="http://schemas.openxmlformats.org/presentationml/2006/main">
  <p:tag name="KSO_WM_UNIT_ISCONTENTSTITLE" val="0"/>
  <p:tag name="KSO_WM_BEAUTIFY_FLAG" val="#wm#"/>
  <p:tag name="KSO_WM_FIGMA_FLAG" val="#fgm#"/>
  <p:tag name="KSO_WM_UNIT_INDEX" val="1"/>
  <p:tag name="KSO_WM_UNIT_TEXT_TYPE" val="1"/>
  <p:tag name="KSO_WM_UNIT_TYPE" val="a"/>
  <p:tag name="KSO_WM_LAYOUT_CHECK_HASH" val="7574db6945bd568bfd01488f07e40bf91b0ea21a"/>
  <p:tag name="KSO_WM_NEWLAYOUT_ID" val="114"/>
  <p:tag name="KSO_WM_UNIT_PRESET_TEXT" val="单击此处&#10;添加文档标题"/>
  <p:tag name="KSO_WM_UNIT_ID" val="_9*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98"/>
  <p:tag name="KSO_WM_TEMPLATE_CATEGORY" val="custom"/>
</p:tagLst>
</file>

<file path=ppt/tags/tag224.xml><?xml version="1.0" encoding="utf-8"?>
<p:tagLst xmlns:p="http://schemas.openxmlformats.org/presentationml/2006/main">
  <p:tag name="KSO_WM_UNIT_SUBTYPE" val="b"/>
  <p:tag name="KSO_WM_BEAUTIFY_FLAG" val="#wm#"/>
  <p:tag name="KSO_WM_FIGMA_FLAG" val="#fgm#"/>
  <p:tag name="KSO_WM_UNIT_INDEX" val="2"/>
  <p:tag name="KSO_WM_UNIT_TEXT_TYPE" val="1"/>
  <p:tag name="KSO_WM_UNIT_TYPE" val="f"/>
  <p:tag name="KSO_WM_UNIT_PRESET_TEXT" val="BY WPS"/>
  <p:tag name="KSO_WM_UNIT_ID" val="_9*f*2"/>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98"/>
  <p:tag name="KSO_WM_TEMPLATE_CATEGORY" val="custom"/>
</p:tagLst>
</file>

<file path=ppt/tags/tag225.xml><?xml version="1.0" encoding="utf-8"?>
<p:tagLst xmlns:p="http://schemas.openxmlformats.org/presentationml/2006/main">
  <p:tag name="KSO_WM_SLIDE_CONTENT_ORIENTATION" val="right"/>
  <p:tag name="KSO_WM_SLIDE_HAS_MASK" val="0"/>
  <p:tag name="KSO_WM_SLIDE_ITEM_CNT" val="0"/>
  <p:tag name="KSO_WM_SLIDE_TYPE" val="title"/>
  <p:tag name="KSO_WM_TEMPLATE_SUBCATEGORY" val="29"/>
  <p:tag name="KSO_WM_BEAUTIFY_FLAG" val="#wm#"/>
  <p:tag name="KSO_WM_TEMPLATE_SLIDE_ID" val="slide_4b787e1769c53a6b"/>
  <p:tag name="KSO_WM_TEMPLATE_THUMBS_INDEX" val="1、9"/>
  <p:tag name="KSO_WM_TEMPLATE_INDEX" val="40490298"/>
  <p:tag name="KSO_WM_TEMPLATE_CATEGORY" val="custom"/>
  <p:tag name="KSO_WM_SLIDE_INDEX" val="1"/>
  <p:tag name="KSO_WM_SLIDE_ID" val="custom40490298_1"/>
  <p:tag name="KSO_WM_TEMPLATE_MASTER_TYPE" val="0"/>
  <p:tag name="KSO_WM_SLIDE_LAYOUT" val="a_f"/>
  <p:tag name="KSO_WM_SLIDE_LAYOUT_CNT" val="1_2"/>
  <p:tag name="KSO_WM_TAG_VERSION" val="3.0"/>
</p:tagLst>
</file>

<file path=ppt/tags/tag226.xml><?xml version="1.0" encoding="utf-8"?>
<p:tagLst xmlns:p="http://schemas.openxmlformats.org/presentationml/2006/main">
  <p:tag name="KSO_WM_BEAUTIFY_FLAG" val="#fgm#"/>
  <p:tag name="KSO_WM_FIGMA_FLAG" val="#fgm#"/>
  <p:tag name="KSO_WM_UNIT_INDEX" val="1"/>
  <p:tag name="KSO_WM_UNIT_TEXT_TYPE" val="1"/>
  <p:tag name="KSO_WM_UNIT_TYPE" val="b"/>
</p:tagLst>
</file>

<file path=ppt/tags/tag227.xml><?xml version="1.0" encoding="utf-8"?>
<p:tagLst xmlns:p="http://schemas.openxmlformats.org/presentationml/2006/main">
  <p:tag name="KSO_WM_BEAUTIFY_FLAG" val="#fgm#"/>
  <p:tag name="KSO_WM_DIAGRAM_GROUP_CODE" val="1"/>
  <p:tag name="KSO_WM_FIGMA_FLAG" val="#fgm#"/>
  <p:tag name="KSO_WM_UNIT_INDEX" val="1_1_1"/>
  <p:tag name="KSO_WM_UNIT_SUBTYPE" val="d"/>
  <p:tag name="KSO_WM_UNIT_TYPE" val="l_h_i"/>
  <p:tag name="KSO_WM_UNIT_PRESET_TEXT" val="01"/>
  <p:tag name="KSO_WM_SLIDE_FIGMA_DIAGRAM" val="1"/>
</p:tagLst>
</file>

<file path=ppt/tags/tag228.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1_2"/>
  <p:tag name="KSO_WM_UNIT_TYPE" val="l_h_i"/>
  <p:tag name="KSO_WM_UNIT_PRESET_TEXT" val=" "/>
  <p:tag name="KSO_WM_SLIDE_FIGMA_DIAGRAM" val="1"/>
</p:tagLst>
</file>

<file path=ppt/tags/tag229.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 name="KSO_WM_SLIDE_FIGMA_DIAGRAM" val="1"/>
</p:tagLst>
</file>

<file path=ppt/tags/tag230.xml><?xml version="1.0" encoding="utf-8"?>
<p:tagLst xmlns:p="http://schemas.openxmlformats.org/presentationml/2006/main">
  <p:tag name="KSO_WM_BEAUTIFY_FLAG" val="#fgm#"/>
  <p:tag name="KSO_WM_DIAGRAM_GROUP_CODE" val="1"/>
  <p:tag name="KSO_WM_FIGMA_FLAG" val="#fgm#"/>
  <p:tag name="KSO_WM_UNIT_INDEX" val="1_2_1"/>
  <p:tag name="KSO_WM_UNIT_SUBTYPE" val="d"/>
  <p:tag name="KSO_WM_UNIT_TYPE" val="l_h_i"/>
  <p:tag name="KSO_WM_UNIT_PRESET_TEXT" val="02"/>
  <p:tag name="KSO_WM_SLIDE_FIGMA_DIAGRAM" val="1"/>
</p:tagLst>
</file>

<file path=ppt/tags/tag231.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2_2"/>
  <p:tag name="KSO_WM_UNIT_TYPE" val="l_h_i"/>
  <p:tag name="KSO_WM_UNIT_PRESET_TEXT" val=" "/>
  <p:tag name="KSO_WM_SLIDE_FIGMA_DIAGRAM" val="1"/>
</p:tagLst>
</file>

<file path=ppt/tags/tag23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 name="KSO_WM_SLIDE_FIGMA_DIAGRAM" val="1"/>
</p:tagLst>
</file>

<file path=ppt/tags/tag233.xml><?xml version="1.0" encoding="utf-8"?>
<p:tagLst xmlns:p="http://schemas.openxmlformats.org/presentationml/2006/main">
  <p:tag name="KSO_WM_BEAUTIFY_FLAG" val="#fgm#"/>
  <p:tag name="KSO_WM_DIAGRAM_GROUP_CODE" val="1"/>
  <p:tag name="KSO_WM_FIGMA_FLAG" val="#fgm#"/>
  <p:tag name="KSO_WM_UNIT_INDEX" val="1_3_1"/>
  <p:tag name="KSO_WM_UNIT_SUBTYPE" val="d"/>
  <p:tag name="KSO_WM_UNIT_TYPE" val="l_h_i"/>
  <p:tag name="KSO_WM_UNIT_PRESET_TEXT" val="03"/>
  <p:tag name="KSO_WM_SLIDE_FIGMA_DIAGRAM" val="1"/>
</p:tagLst>
</file>

<file path=ppt/tags/tag234.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3_2"/>
  <p:tag name="KSO_WM_UNIT_TYPE" val="l_h_i"/>
  <p:tag name="KSO_WM_UNIT_PRESET_TEXT" val=" "/>
  <p:tag name="KSO_WM_SLIDE_FIGMA_DIAGRAM" val="1"/>
</p:tagLst>
</file>

<file path=ppt/tags/tag23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 name="KSO_WM_SLIDE_FIGMA_DIAGRAM" val="1"/>
</p:tagLst>
</file>

<file path=ppt/tags/tag236.xml><?xml version="1.0" encoding="utf-8"?>
<p:tagLst xmlns:p="http://schemas.openxmlformats.org/presentationml/2006/main">
  <p:tag name="KSO_WM_BEAUTIFY_FLAG" val="#fgm#"/>
  <p:tag name="KSO_WM_DIAGRAM_GROUP_CODE" val="1"/>
  <p:tag name="KSO_WM_FIGMA_FLAG" val="#fgm#"/>
  <p:tag name="KSO_WM_UNIT_INDEX" val="1_4_1"/>
  <p:tag name="KSO_WM_UNIT_SUBTYPE" val="d"/>
  <p:tag name="KSO_WM_UNIT_TYPE" val="l_h_i"/>
  <p:tag name="KSO_WM_UNIT_PRESET_TEXT" val="04"/>
  <p:tag name="KSO_WM_SLIDE_FIGMA_DIAGRAM" val="1"/>
</p:tagLst>
</file>

<file path=ppt/tags/tag237.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4_2"/>
  <p:tag name="KSO_WM_UNIT_TYPE" val="l_h_i"/>
  <p:tag name="KSO_WM_UNIT_PRESET_TEXT" val=" "/>
  <p:tag name="KSO_WM_SLIDE_FIGMA_DIAGRAM" val="1"/>
</p:tagLst>
</file>

<file path=ppt/tags/tag238.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 name="KSO_WM_UNIT_PRESET_TEXT" val="单击此处添加项标题"/>
  <p:tag name="KSO_WM_SLIDE_FIGMA_DIAGRAM" val="1"/>
</p:tagLst>
</file>

<file path=ppt/tags/tag239.xml><?xml version="1.0" encoding="utf-8"?>
<p:tagLst xmlns:p="http://schemas.openxmlformats.org/presentationml/2006/main">
  <p:tag name="KSO_WM_SLIDE_CONTENT_ORIENTATION" val=""/>
  <p:tag name="KSO_WM_SLIDE_HAS_MASK" val="0"/>
  <p:tag name="KSO_WM_SLIDE_ITEM_CNT" val="4"/>
  <p:tag name="KSO_WM_SLIDE_TYPE" val="contents"/>
  <p:tag name="KSO_WM_TEMPLATE_SUBCATEGORY" val="29"/>
  <p:tag name="KSO_WM_BEAUTIFY_FLAG" val="#wm#"/>
  <p:tag name="KSO_WM_TEMPLATE_FIGMA_ID" val="69796631901"/>
  <p:tag name="KSO_WM_TEMPLATE_SLIDE_ID" val="slide_61223ae7a7f7aefc"/>
</p:tagLst>
</file>

<file path=ppt/tags/tag240.xml><?xml version="1.0" encoding="utf-8"?>
<p:tagLst xmlns:p="http://schemas.openxmlformats.org/presentationml/2006/main">
  <p:tag name="KSO_WM_BEAUTIFY_FLAG" val="#fgm#"/>
  <p:tag name="KSO_WM_FIGMA_FLAG" val="#fgm#"/>
  <p:tag name="KSO_WM_UNIT_INDEX" val="1"/>
  <p:tag name="KSO_WM_UNIT_TYPE" val="a"/>
  <p:tag name="KSO_WM_LAYOUT_CHECK_HASH" val="bb333dff621e0e4a3ffca8a2486910b0a5ca3606"/>
  <p:tag name="KSO_WM_NEWLAYOUT_GROUP_ID" val="layout_59"/>
  <p:tag name="KSO_WM_NEWLAYOUT_ID" val="slide_a03752dd04035ed8"/>
  <p:tag name="KSO_WM_UNIT_PRESET_TEXT" val="单击此处添加标题"/>
</p:tagLst>
</file>

<file path=ppt/tags/tag241.xml><?xml version="1.0" encoding="utf-8"?>
<p:tagLst xmlns:p="http://schemas.openxmlformats.org/presentationml/2006/main">
  <p:tag name="KSO_WM_BEAUTIFY_FLAG" val="#fgm#"/>
  <p:tag name="KSO_WM_FIGMA_FLAG" val="#fgm#"/>
  <p:tag name="KSO_WM_UNIT_INDEX" val="1"/>
  <p:tag name="KSO_WM_UNIT_TYPE" val="d"/>
  <p:tag name="MH_PIC_SOURCE_TYPE" val="generate_slide_ai*{&quot;id&quot;:&quot;http://zh-ai-group.ks3-cn-beijing-internal.ksyun.com/image_generate/image_process/production/202605/9c54dcd2-5050-420b-9691-8ba40aefba94.jpg?Expires=1809504791\u0026AWSAccessKeyId=AKLT9NSy7kh8TIS1UzNqLRY2\u0026Signature=58Fh%2BhP87IRrkv38Cl12ts8jeNs%3D&quot;,&quot;product_name&quot;:&quot;wps-wpp-pc&quot;,&quot;intention_code&quot;:&quot;wps_wpp_generate_theme_pay&quot;}*auto_qingqiu_3.0.7_prod*1777968784204_ec9922_37178ecb9849-slide-3"/>
</p:tagLst>
</file>

<file path=ppt/tags/tag242.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243.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244.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245.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31901"/>
  <p:tag name="KSO_WM_TEMPLATE_SLIDE_ID" val="slide_a03752dd04035ed8"/>
</p:tagLst>
</file>

<file path=ppt/tags/tag246.xml><?xml version="1.0" encoding="utf-8"?>
<p:tagLst xmlns:p="http://schemas.openxmlformats.org/presentationml/2006/main">
  <p:tag name="KSO_WM_BEAUTIFY_FLAG" val="#fgm#"/>
  <p:tag name="KSO_WM_FIGMA_FLAG" val="#fgm#"/>
  <p:tag name="KSO_WM_UNIT_INDEX" val="1"/>
  <p:tag name="KSO_WM_UNIT_TYPE" val="a"/>
  <p:tag name="KSO_WM_LAYOUT_CHECK_HASH" val="03ae9164f4d216babe76ff4615fcdbf249bcc613"/>
  <p:tag name="KSO_WM_NEWLAYOUT_GROUP_ID" val="layout_2"/>
  <p:tag name="KSO_WM_NEWLAYOUT_ID" val="slide_cce2eb3a906a8f67"/>
  <p:tag name="KSO_WM_UNIT_PRESET_TEXT" val="单击此处添加标题"/>
</p:tagLst>
</file>

<file path=ppt/tags/tag247.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31901"/>
  <p:tag name="KSO_WM_TEMPLATE_SLIDE_ID" val="slide_cce2eb3a906a8f67"/>
</p:tagLst>
</file>

<file path=ppt/tags/tag248.xml><?xml version="1.0" encoding="utf-8"?>
<p:tagLst xmlns:p="http://schemas.openxmlformats.org/presentationml/2006/main">
  <p:tag name="KSO_WM_BEAUTIFY_FLAG" val="#fgm#"/>
  <p:tag name="KSO_WM_FIGMA_FLAG" val="#fgm#"/>
  <p:tag name="KSO_WM_UNIT_INDEX" val="1"/>
  <p:tag name="KSO_WM_UNIT_TYPE" val="a"/>
  <p:tag name="KSO_WM_LAYOUT_CHECK_HASH" val="64074d7080f1c46d9e90ea3eaa72cfa74aebf849"/>
  <p:tag name="KSO_WM_NEWLAYOUT_GROUP_ID" val="layout_6"/>
  <p:tag name="KSO_WM_NEWLAYOUT_ID" val="slide_db6ecc7827b66e6e"/>
  <p:tag name="KSO_WM_UNIT_PRESET_TEXT" val="单击此处添加标题"/>
</p:tagLst>
</file>

<file path=ppt/tags/tag249.xml><?xml version="1.0" encoding="utf-8"?>
<p:tagLst xmlns:p="http://schemas.openxmlformats.org/presentationml/2006/main">
  <p:tag name="KSO_WM_BEAUTIFY_FLAG" val="#fgm#"/>
  <p:tag name="KSO_WM_FIGMA_FLAG" val="#fgm#"/>
  <p:tag name="KSO_WM_UNIT_INDEX" val="1"/>
  <p:tag name="KSO_WM_UNIT_TYPE" val="d"/>
  <p:tag name="MH_PIC_SOURCE_TYPE" val="generate_slide_ai*{&quot;id&quot;:&quot;http://zh-ai-group.ks3-cn-beijing-internal.ksyun.com/image_generate/image_process/production/202605/1aeb6314-0437-480c-82f0-ef2f992fcb1f.jpg?Expires=1809504791\u0026AWSAccessKeyId=AKLT9NSy7kh8TIS1UzNqLRY2\u0026Signature=lrM%2FtyeBmwYCHrMCzj%2BF0apOmBE%3D&quot;,&quot;product_name&quot;:&quot;wps-wpp-pc&quot;,&quot;intention_code&quot;:&quot;wps_wpp_generate_theme_pay&quot;}*auto_qingqiu_3.0.7_prod*1777968784204_ec9922_37178ecb9849-slide-7"/>
</p:tagLst>
</file>

<file path=ppt/tags/tag250.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31901"/>
  <p:tag name="KSO_WM_TEMPLATE_SLIDE_ID" val="slide_db6ecc7827b66e6e"/>
</p:tagLst>
</file>

<file path=ppt/tags/tag251.xml><?xml version="1.0" encoding="utf-8"?>
<p:tagLst xmlns:p="http://schemas.openxmlformats.org/presentationml/2006/main">
  <p:tag name="KSO_WM_UNIT_TYPE" val="d"/>
  <p:tag name="KSO_WM_UNIT_INDEX" val="1"/>
  <p:tag name="KSO_WM_BEAUTIFY_FLAG" val="#wm#"/>
  <p:tag name="KSO_WM_TAG_VERSION" val="3.0"/>
</p:tagLst>
</file>

<file path=ppt/tags/tag252.xml><?xml version="1.0" encoding="utf-8"?>
<p:tagLst xmlns:p="http://schemas.openxmlformats.org/presentationml/2006/main">
  <p:tag name="KSO_WM_UNIT_TYPE" val="i"/>
  <p:tag name="KSO_WM_UNIT_INDEX" val="2"/>
  <p:tag name="KSO_WM_BEAUTIFY_FLAG" val="#wm#"/>
  <p:tag name="KSO_WM_TAG_VERSION" val="3.0"/>
  <p:tag name="KSO_WM_SHAPE_BRIGHT_DATA" val="[{&quot;dk1&quot;:-100,&quot;dk2&quot;:-80,&quot;lt1&quot;:-20,&quot;lt2&quot;:-20},{&quot;dk1&quot;:-100,&quot;dk2&quot;:-80,&quot;lt1&quot;:-20,&quot;lt2&quot;:-20},{&quot;dk1&quot;:-100,&quot;dk2&quot;:-80,&quot;lt1&quot;:-20,&quot;lt2&quot;:-20},{&quot;dk1&quot;:-100,&quot;dk2&quot;:-80,&quot;lt1&quot;:-20,&quot;lt2&quot;:-20}]"/>
  <p:tag name="KSO_WM_SHAPE_UPDATE_BRIGHT" val="1"/>
  <p:tag name="KSO_WM_CHANGETHEME_IGNOREDELETE" val="1"/>
  <p:tag name="KSO_WM_GRADIENT_SHAPE" val="1"/>
</p:tagLst>
</file>

<file path=ppt/tags/tag253.xml><?xml version="1.0" encoding="utf-8"?>
<p:tagLst xmlns:p="http://schemas.openxmlformats.org/presentationml/2006/main">
  <p:tag name="KSO_WM_AILAYOUT_OPTION" val="0_1_1_0"/>
  <p:tag name="KSO_WM_BEAUTIFY_FLAG" val="#wm#"/>
  <p:tag name="KSO_WM_CARDGOUR_SOURCE_FROM" val="aipagebeautify"/>
  <p:tag name="KSO_WM_CARDGROUP_FEATURE" val="1*1*5*1*1"/>
  <p:tag name="KSO_WM_CARDGROUP_ID" val="00398fd197574cae9c56870017688443"/>
  <p:tag name="KSO_WM_CARDGROUP_STYLE_INFO" val="C1_sc_p2*standard*2"/>
  <p:tag name="KSO_WM_FIGMA_FLAG" val="#fgm#"/>
  <p:tag name="KSO_WM_FOLLOW_SHAPE_UNIT_TAG" val="1_1_1*l_h_y*"/>
  <p:tag name="KSO_WM_NEWLAYOUT_GROUP_ID" val="40"/>
  <p:tag name="KSO_WM_NEWLAYOUT_ID" val="lay_fb6c34eba8e90fc6cc650bfd65bf5264ee39fe27"/>
  <p:tag name="KSO_WM_SLIDE_FIGMA_DIAGRAM" val="1"/>
  <p:tag name="KSO_WM_UNIT_INDEX" val="1_1_1"/>
  <p:tag name="KSO_WM_UNIT_TYPE" val="l_h_i"/>
  <p:tag name="KSO_WM_CARDGROUP_LAYOUT_DATA" val="{&quot;cardRct&quot;:[960,2399.5455,8280,3540.2325],&quot;lytRct&quot;:[960,2399,8280,7442],&quot;rct&quot;:[960,2399,8280,7441],&quot;spRct&quot;:[0,0,8279,3539]}"/>
</p:tagLst>
</file>

<file path=ppt/tags/tag254.xml><?xml version="1.0" encoding="utf-8"?>
<p:tagLst xmlns:p="http://schemas.openxmlformats.org/presentationml/2006/main">
  <p:tag name="KSO_WM_AILAYOUT_OPTION" val="0_1_1_0"/>
  <p:tag name="KSO_WM_BEAUTIFY_FLAG" val="#wm#"/>
  <p:tag name="KSO_WM_CARDGOUR_SOURCE_FROM" val="aipagebeautify"/>
  <p:tag name="KSO_WM_CARDGROUP_FEATURE" val="1*1*5*1*1"/>
  <p:tag name="KSO_WM_CARDGROUP_ID" val="00398fd197574cae9c56870017688443"/>
  <p:tag name="KSO_WM_CARDGROUP_STYLE_INFO" val="C1_sc_p2*standard*2"/>
  <p:tag name="KSO_WM_FIGMA_FLAG" val="#fgm#"/>
  <p:tag name="KSO_WM_NEWLAYOUT_GROUP_ID" val="40"/>
  <p:tag name="KSO_WM_NEWLAYOUT_ID" val="lay_fb6c34eba8e90fc6cc650bfd65bf5264ee39fe27"/>
  <p:tag name="KSO_WM_SLIDE_FIGMA_DIAGRAM" val="1"/>
  <p:tag name="KSO_WM_UNIT_INDEX" val="1_1_1"/>
  <p:tag name="KSO_WM_UNIT_PRESET_TEXT" val="请在此输入您的标题"/>
  <p:tag name="KSO_WM_UNIT_TYPE" val="l_h_a"/>
  <p:tag name="KSO_WM_CARDGROUP_LAYOUT_DATA" val="{&quot;cardRct&quot;:[960,2399.5455,8280,3540.2325],&quot;lytRct&quot;:[960,2399,8280,7442],&quot;rct&quot;:[960,2399,8280,7441],&quot;spRct&quot;:[560,500,7719,1219]}"/>
</p:tagLst>
</file>

<file path=ppt/tags/tag255.xml><?xml version="1.0" encoding="utf-8"?>
<p:tagLst xmlns:p="http://schemas.openxmlformats.org/presentationml/2006/main">
  <p:tag name="KSO_WM_AILAYOUT_OPTION" val="0_1_1_0"/>
  <p:tag name="KSO_WM_BEAUTIFY_FLAG" val="#wm#"/>
  <p:tag name="KSO_WM_CARDGOUR_SOURCE_FROM" val="aipagebeautify"/>
  <p:tag name="KSO_WM_CARDGROUP_FEATURE" val="1*1*5*1*1"/>
  <p:tag name="KSO_WM_CARDGROUP_ID" val="00398fd197574cae9c56870017688443"/>
  <p:tag name="KSO_WM_CARDGROUP_STYLE_INFO" val="C1_sc_p2*standard*2"/>
  <p:tag name="KSO_WM_FIGMA_FLAG" val="#fgm#"/>
  <p:tag name="KSO_WM_NEWLAYOUT_GROUP_ID" val="40"/>
  <p:tag name="KSO_WM_NEWLAYOUT_ID" val="lay_fb6c34eba8e90fc6cc650bfd65bf5264ee39fe27"/>
  <p:tag name="KSO_WM_SLIDE_FIGMA_DIAGRAM" val="1"/>
  <p:tag name="KSO_WM_UNIT_INDEX" val="1_1_1"/>
  <p:tag name="KSO_WM_UNIT_PRESET_TEXT" val="请在此输入您的文本。"/>
  <p:tag name="KSO_WM_UNIT_TYPE" val="l_h_f"/>
  <p:tag name="KSO_WM_CARDGROUP_LAYOUT_DATA" val="{&quot;cardRct&quot;:[960,2399.5455,8280,3540.2325],&quot;lytRct&quot;:[960,2399,8280,7442],&quot;rct&quot;:[960,2399,8280,7441],&quot;spRct&quot;:[560,1420,7719,3039]}"/>
</p:tagLst>
</file>

<file path=ppt/tags/tag256.xml><?xml version="1.0" encoding="utf-8"?>
<p:tagLst xmlns:p="http://schemas.openxmlformats.org/presentationml/2006/main">
  <p:tag name="KSO_WM_AILAYOUT_OPTION" val="0_1_1_0"/>
  <p:tag name="KSO_WM_BEAUTIFY_FLAG" val="#wm#"/>
  <p:tag name="KSO_WM_CARDGOUR_SOURCE_FROM" val="aipagebeautify"/>
  <p:tag name="KSO_WM_CARDGROUP_FEATURE" val="1*1*5*1*1"/>
  <p:tag name="KSO_WM_CARDGROUP_ID" val="00398fd197574cae9c56870017688443"/>
  <p:tag name="KSO_WM_CARDGROUP_STYLE_INFO" val="C1_sc_p2*standard*2"/>
  <p:tag name="KSO_WM_FIGMA_FLAG" val="#fgm#"/>
  <p:tag name="KSO_WM_FOLLOW_SHAPE_UNIT_TAG" val="1_2_1*l_h_y*"/>
  <p:tag name="KSO_WM_NEWLAYOUT_GROUP_ID" val="40"/>
  <p:tag name="KSO_WM_NEWLAYOUT_ID" val="lay_fb6c34eba8e90fc6cc650bfd65bf5264ee39fe27"/>
  <p:tag name="KSO_WM_SLIDE_FIGMA_DIAGRAM" val="1"/>
  <p:tag name="KSO_WM_UNIT_INDEX" val="1_2_1"/>
  <p:tag name="KSO_WM_UNIT_TYPE" val="l_h_i"/>
  <p:tag name="KSO_WM_CARDGROUP_LAYOUT_DATA" val="{&quot;cardRct&quot;:[960,6299.778,8280,3540.2325],&quot;lytRct&quot;:[960,2399,8280,7442],&quot;rct&quot;:[960,2399,8280,7441],&quot;spRct&quot;:[0,3900,8279,7440]}"/>
</p:tagLst>
</file>

<file path=ppt/tags/tag257.xml><?xml version="1.0" encoding="utf-8"?>
<p:tagLst xmlns:p="http://schemas.openxmlformats.org/presentationml/2006/main">
  <p:tag name="KSO_WM_AILAYOUT_OPTION" val="0_1_1_0"/>
  <p:tag name="KSO_WM_BEAUTIFY_FLAG" val="#wm#"/>
  <p:tag name="KSO_WM_CARDGOUR_SOURCE_FROM" val="aipagebeautify"/>
  <p:tag name="KSO_WM_CARDGROUP_FEATURE" val="1*1*5*1*1"/>
  <p:tag name="KSO_WM_CARDGROUP_ID" val="00398fd197574cae9c56870017688443"/>
  <p:tag name="KSO_WM_CARDGROUP_STYLE_INFO" val="C1_sc_p2*standard*2"/>
  <p:tag name="KSO_WM_FIGMA_FLAG" val="#fgm#"/>
  <p:tag name="KSO_WM_NEWLAYOUT_GROUP_ID" val="40"/>
  <p:tag name="KSO_WM_NEWLAYOUT_ID" val="lay_fb6c34eba8e90fc6cc650bfd65bf5264ee39fe27"/>
  <p:tag name="KSO_WM_SLIDE_FIGMA_DIAGRAM" val="1"/>
  <p:tag name="KSO_WM_UNIT_INDEX" val="1_2_1"/>
  <p:tag name="KSO_WM_UNIT_PRESET_TEXT" val="请在此输入您的标题"/>
  <p:tag name="KSO_WM_UNIT_TYPE" val="l_h_a"/>
  <p:tag name="KSO_WM_CARDGROUP_LAYOUT_DATA" val="{&quot;cardRct&quot;:[960,6299.778,8280,3540.2325],&quot;lytRct&quot;:[960,2399,8280,7442],&quot;rct&quot;:[960,2399,8280,7441],&quot;spRct&quot;:[560,4400,7719,5119]}"/>
</p:tagLst>
</file>

<file path=ppt/tags/tag258.xml><?xml version="1.0" encoding="utf-8"?>
<p:tagLst xmlns:p="http://schemas.openxmlformats.org/presentationml/2006/main">
  <p:tag name="KSO_WM_AILAYOUT_OPTION" val="0_1_1_0"/>
  <p:tag name="KSO_WM_BEAUTIFY_FLAG" val="#wm#"/>
  <p:tag name="KSO_WM_CARDGOUR_SOURCE_FROM" val="aipagebeautify"/>
  <p:tag name="KSO_WM_CARDGROUP_FEATURE" val="1*1*5*1*1"/>
  <p:tag name="KSO_WM_CARDGROUP_ID" val="00398fd197574cae9c56870017688443"/>
  <p:tag name="KSO_WM_CARDGROUP_STYLE_INFO" val="C1_sc_p2*standard*2"/>
  <p:tag name="KSO_WM_FIGMA_FLAG" val="#fgm#"/>
  <p:tag name="KSO_WM_NEWLAYOUT_GROUP_ID" val="40"/>
  <p:tag name="KSO_WM_NEWLAYOUT_ID" val="lay_fb6c34eba8e90fc6cc650bfd65bf5264ee39fe27"/>
  <p:tag name="KSO_WM_SLIDE_FIGMA_DIAGRAM" val="1"/>
  <p:tag name="KSO_WM_UNIT_INDEX" val="1_2_1"/>
  <p:tag name="KSO_WM_UNIT_PRESET_TEXT" val="请在此输入您的文本。"/>
  <p:tag name="KSO_WM_UNIT_TYPE" val="l_h_f"/>
  <p:tag name="KSO_WM_CARDGROUP_LAYOUT_DATA" val="{&quot;cardRct&quot;:[960,6299.778,8280,3540.2325],&quot;lytRct&quot;:[960,2399,8280,7442],&quot;rct&quot;:[960,2399,8280,7441],&quot;spRct&quot;:[560,5320,7719,6939]}"/>
</p:tagLst>
</file>

<file path=ppt/tags/tag259.xml><?xml version="1.0" encoding="utf-8"?>
<p:tagLst xmlns:p="http://schemas.openxmlformats.org/presentationml/2006/main">
  <p:tag name="KSO_WM_UNIT_TYPE" val="a"/>
  <p:tag name="KSO_WM_UNIT_INDEX" val="1"/>
  <p:tag name="KSO_WM_BEAUTIFY_FLAG" val="#wm#"/>
  <p:tag name="KSO_WM_TAG_VERSION" val="3.0"/>
  <p:tag name="KSO_WM_SHAPE_UPDATE_BRIGHT" val="1"/>
</p:tagLst>
</file>

<file path=ppt/tags/tag260.xml><?xml version="1.0" encoding="utf-8"?>
<p:tagLst xmlns:p="http://schemas.openxmlformats.org/presentationml/2006/main">
  <p:tag name="KSO_WM_AILAYOUT_OPTION" val="0_1_1_0"/>
  <p:tag name="KSO_WM_BEAUTIFY_FLAG" val="#wm#"/>
  <p:tag name="KSO_WM_CARDGOUR_SOURCE_FROM" val="aipagebeautify"/>
  <p:tag name="KSO_WM_CARDGROUP_FEATURE" val="1*1*5*1*1"/>
  <p:tag name="KSO_WM_CARDGROUP_ID" val="00398fd197574cae9c56870017688443"/>
  <p:tag name="KSO_WM_CARDGROUP_STYLE_INFO" val="C1_sc_p2*standard*2"/>
  <p:tag name="KSO_WM_FIGMA_FLAG" val="#fgm#"/>
  <p:tag name="KSO_WM_FOLLOW_SHAPE_UNIT_TAG" val="1_2_1*l_h_y*"/>
  <p:tag name="KSO_WM_NEWLAYOUT_GROUP_ID" val="40"/>
  <p:tag name="KSO_WM_NEWLAYOUT_ID" val="lay_fb6c34eba8e90fc6cc650bfd65bf5264ee39fe27"/>
  <p:tag name="KSO_WM_SLIDE_FIGMA_DIAGRAM" val="1"/>
  <p:tag name="KSO_WM_UNIT_INDEX" val="1_2_1"/>
  <p:tag name="KSO_WM_UNIT_TYPE" val="l_h_i"/>
  <p:tag name="KSO_WM_CARDGROUP_LAYOUT_DATA" val="{&quot;cardRct&quot;:[960,6299.778,8280,3540.2325],&quot;lytRct&quot;:[960,2399,8280,7442],&quot;rct&quot;:[960,2399,8280,7441],&quot;spRct&quot;:[0,3900,8279,7440]}"/>
</p:tagLst>
</file>

<file path=ppt/tags/tag261.xml><?xml version="1.0" encoding="utf-8"?>
<p:tagLst xmlns:p="http://schemas.openxmlformats.org/presentationml/2006/main">
  <p:tag name="KSO_WM_AILAYOUT_OPTION" val="0_1_1_0"/>
  <p:tag name="KSO_WM_BEAUTIFY_FLAG" val="#wm#"/>
  <p:tag name="KSO_WM_CARDGOUR_SOURCE_FROM" val="aipagebeautify"/>
  <p:tag name="KSO_WM_CARDGROUP_FEATURE" val="1*1*5*1*1"/>
  <p:tag name="KSO_WM_CARDGROUP_ID" val="00398fd197574cae9c56870017688443"/>
  <p:tag name="KSO_WM_CARDGROUP_STYLE_INFO" val="C1_sc_p2*standard*2"/>
  <p:tag name="KSO_WM_FIGMA_FLAG" val="#fgm#"/>
  <p:tag name="KSO_WM_FOLLOW_SHAPE_UNIT_TAG" val="1_1_1*l_h_y*"/>
  <p:tag name="KSO_WM_NEWLAYOUT_GROUP_ID" val="40"/>
  <p:tag name="KSO_WM_NEWLAYOUT_ID" val="lay_fb6c34eba8e90fc6cc650bfd65bf5264ee39fe27"/>
  <p:tag name="KSO_WM_SLIDE_FIGMA_DIAGRAM" val="1"/>
  <p:tag name="KSO_WM_UNIT_INDEX" val="1_1_1"/>
  <p:tag name="KSO_WM_UNIT_TYPE" val="l_h_i"/>
  <p:tag name="KSO_WM_CARDGROUP_LAYOUT_DATA" val="{&quot;cardRct&quot;:[960,2399.5455,8280,3540.2325],&quot;lytRct&quot;:[960,2399,8280,7442],&quot;rct&quot;:[960,2399,8280,7441],&quot;spRct&quot;:[0,0,8279,3539]}"/>
</p:tagLst>
</file>

<file path=ppt/tags/tag262.xml><?xml version="1.0" encoding="utf-8"?>
<p:tagLst xmlns:p="http://schemas.openxmlformats.org/presentationml/2006/main">
  <p:tag name="KSO_WM_TEMPLATE_SLIDE_ID" val="lay_fb6c34eba8e90fc6cc650bfd65bf5264ee39fe27"/>
  <p:tag name="KSO_WM_SLIDE_ITEM_CNT" val="2"/>
  <p:tag name="KSO_WM_SLIDE_CHECK_HASH" val="22745ab5d9efd5698e3a9f09cbf0abc2ec2591c2"/>
</p:tagLst>
</file>

<file path=ppt/tags/tag263.xml><?xml version="1.0" encoding="utf-8"?>
<p:tagLst xmlns:p="http://schemas.openxmlformats.org/presentationml/2006/main">
  <p:tag name="KSO_WM_UNIT_TYPE" val="d"/>
  <p:tag name="KSO_WM_UNIT_INDEX" val="1"/>
  <p:tag name="KSO_WM_BEAUTIFY_FLAG" val="#wm#"/>
  <p:tag name="KSO_WM_TAG_VERSION" val="3.0"/>
</p:tagLst>
</file>

<file path=ppt/tags/tag264.xml><?xml version="1.0" encoding="utf-8"?>
<p:tagLst xmlns:p="http://schemas.openxmlformats.org/presentationml/2006/main">
  <p:tag name="KSO_WM_UNIT_TYPE" val="i"/>
  <p:tag name="KSO_WM_UNIT_INDEX" val="2"/>
  <p:tag name="KSO_WM_BEAUTIFY_FLAG" val="#wm#"/>
  <p:tag name="KSO_WM_TAG_VERSION" val="3.0"/>
  <p:tag name="KSO_WM_SHAPE_BRIGHT_DATA" val="[{&quot;dk1&quot;:-100,&quot;dk2&quot;:-80,&quot;lt1&quot;:-20,&quot;lt2&quot;:-20},{&quot;dk1&quot;:-100,&quot;dk2&quot;:-80,&quot;lt1&quot;:-20,&quot;lt2&quot;:-20},{&quot;dk1&quot;:-100,&quot;dk2&quot;:-80,&quot;lt1&quot;:-20,&quot;lt2&quot;:-20},{&quot;dk1&quot;:-100,&quot;dk2&quot;:-80,&quot;lt1&quot;:-20,&quot;lt2&quot;:-20}]"/>
  <p:tag name="KSO_WM_SHAPE_UPDATE_BRIGHT" val="1"/>
  <p:tag name="KSO_WM_CHANGETHEME_IGNOREDELETE" val="1"/>
  <p:tag name="KSO_WM_GRADIENT_SHAPE" val="1"/>
</p:tagLst>
</file>

<file path=ppt/tags/tag265.xml><?xml version="1.0" encoding="utf-8"?>
<p:tagLst xmlns:p="http://schemas.openxmlformats.org/presentationml/2006/main">
  <p:tag name="KSO_WM_AILAYOUT_OPTION" val="0_1_1_0"/>
  <p:tag name="KSO_WM_BEAUTIFY_FLAG" val="#wm#"/>
  <p:tag name="KSO_WM_CARDGOUR_SOURCE_FROM" val="aipagebeautify"/>
  <p:tag name="KSO_WM_CARDGROUP_FEATURE" val="1*1*5*1*1"/>
  <p:tag name="KSO_WM_CARDGROUP_ID" val="c74b278b910245d396b83ef77bc9cdfb"/>
  <p:tag name="KSO_WM_CARDGROUP_STYLE_INFO" val="C1_sc_p2*standard*0"/>
  <p:tag name="KSO_WM_FIGMA_FLAG" val="#fgm#"/>
  <p:tag name="KSO_WM_FOLLOW_SHAPE_UNIT_TAG" val="1_1_1*l_h_y*"/>
  <p:tag name="KSO_WM_NEWLAYOUT_GROUP_ID" val="40"/>
  <p:tag name="KSO_WM_NEWLAYOUT_ID" val="lay_fb6c34eba8e90fc6cc650bfd65bf5264ee39fe27"/>
  <p:tag name="KSO_WM_SLIDE_FIGMA_DIAGRAM" val="1"/>
  <p:tag name="KSO_WM_UNIT_INDEX" val="1_1_1"/>
  <p:tag name="KSO_WM_UNIT_TYPE" val="l_h_i"/>
  <p:tag name="KSO_WM_CARDGROUP_LAYOUT_DATA" val="{&quot;cardRct&quot;:[960,2399.5455,8280,2266.8216666666667],&quot;lytRct&quot;:[960,2399,8280,7442],&quot;rct&quot;:[960,2399,8280,7441],&quot;spRct&quot;:[0,0,8279,2266]}"/>
</p:tagLst>
</file>

<file path=ppt/tags/tag266.xml><?xml version="1.0" encoding="utf-8"?>
<p:tagLst xmlns:p="http://schemas.openxmlformats.org/presentationml/2006/main">
  <p:tag name="KSO_WM_AILAYOUT_OPTION" val="0_1_1_0"/>
  <p:tag name="KSO_WM_BEAUTIFY_FLAG" val="#wm#"/>
  <p:tag name="KSO_WM_CARDGOUR_SOURCE_FROM" val="aipagebeautify"/>
  <p:tag name="KSO_WM_CARDGROUP_FEATURE" val="1*1*5*1*1"/>
  <p:tag name="KSO_WM_CARDGROUP_ID" val="c74b278b910245d396b83ef77bc9cdfb"/>
  <p:tag name="KSO_WM_CARDGROUP_STYLE_INFO" val="C1_sc_p2*standard*0"/>
  <p:tag name="KSO_WM_FIGMA_FLAG" val="#fgm#"/>
  <p:tag name="KSO_WM_NEWLAYOUT_GROUP_ID" val="40"/>
  <p:tag name="KSO_WM_NEWLAYOUT_ID" val="lay_fb6c34eba8e90fc6cc650bfd65bf5264ee39fe27"/>
  <p:tag name="KSO_WM_SLIDE_FIGMA_DIAGRAM" val="1"/>
  <p:tag name="KSO_WM_UNIT_INDEX" val="1_1_1"/>
  <p:tag name="KSO_WM_UNIT_PRESET_TEXT" val="请在此输入您的标题"/>
  <p:tag name="KSO_WM_UNIT_TYPE" val="l_h_a"/>
  <p:tag name="KSO_WM_CARDGROUP_LAYOUT_DATA" val="{&quot;cardRct&quot;:[960,2399.5455,8280,2266.8216666666667],&quot;lytRct&quot;:[960,2399,8280,7442],&quot;rct&quot;:[960,2399,8280,7441],&quot;spRct&quot;:[360,393,7919,952]}"/>
</p:tagLst>
</file>

<file path=ppt/tags/tag267.xml><?xml version="1.0" encoding="utf-8"?>
<p:tagLst xmlns:p="http://schemas.openxmlformats.org/presentationml/2006/main">
  <p:tag name="KSO_WM_AILAYOUT_OPTION" val="0_1_1_0"/>
  <p:tag name="KSO_WM_BEAUTIFY_FLAG" val="#wm#"/>
  <p:tag name="KSO_WM_CARDGOUR_SOURCE_FROM" val="aipagebeautify"/>
  <p:tag name="KSO_WM_CARDGROUP_FEATURE" val="1*1*5*1*1"/>
  <p:tag name="KSO_WM_CARDGROUP_ID" val="c74b278b910245d396b83ef77bc9cdfb"/>
  <p:tag name="KSO_WM_CARDGROUP_STYLE_INFO" val="C1_sc_p2*standard*0"/>
  <p:tag name="KSO_WM_FIGMA_FLAG" val="#fgm#"/>
  <p:tag name="KSO_WM_NEWLAYOUT_GROUP_ID" val="40"/>
  <p:tag name="KSO_WM_NEWLAYOUT_ID" val="lay_fb6c34eba8e90fc6cc650bfd65bf5264ee39fe27"/>
  <p:tag name="KSO_WM_SLIDE_FIGMA_DIAGRAM" val="1"/>
  <p:tag name="KSO_WM_UNIT_INDEX" val="1_1_1"/>
  <p:tag name="KSO_WM_UNIT_PRESET_TEXT" val="请在此输入您的文本。"/>
  <p:tag name="KSO_WM_UNIT_TYPE" val="l_h_f"/>
  <p:tag name="KSO_WM_CARDGROUP_LAYOUT_DATA" val="{&quot;cardRct&quot;:[960,2399.5455,8280,2266.8216666666667],&quot;lytRct&quot;:[960,2399,8280,7442],&quot;rct&quot;:[960,2399,8280,7441],&quot;spRct&quot;:[360,1033,7919,1872]}"/>
</p:tagLst>
</file>

<file path=ppt/tags/tag268.xml><?xml version="1.0" encoding="utf-8"?>
<p:tagLst xmlns:p="http://schemas.openxmlformats.org/presentationml/2006/main">
  <p:tag name="KSO_WM_AILAYOUT_OPTION" val="0_1_1_0"/>
  <p:tag name="KSO_WM_BEAUTIFY_FLAG" val="#wm#"/>
  <p:tag name="KSO_WM_CARDGOUR_SOURCE_FROM" val="aipagebeautify"/>
  <p:tag name="KSO_WM_CARDGROUP_FEATURE" val="1*1*5*1*1"/>
  <p:tag name="KSO_WM_CARDGROUP_ID" val="c74b278b910245d396b83ef77bc9cdfb"/>
  <p:tag name="KSO_WM_CARDGROUP_STYLE_INFO" val="C1_sc_p2*standard*0"/>
  <p:tag name="KSO_WM_FIGMA_FLAG" val="#fgm#"/>
  <p:tag name="KSO_WM_FOLLOW_SHAPE_UNIT_TAG" val="1_2_1*l_h_y*"/>
  <p:tag name="KSO_WM_NEWLAYOUT_GROUP_ID" val="40"/>
  <p:tag name="KSO_WM_NEWLAYOUT_ID" val="lay_fb6c34eba8e90fc6cc650bfd65bf5264ee39fe27"/>
  <p:tag name="KSO_WM_SLIDE_FIGMA_DIAGRAM" val="1"/>
  <p:tag name="KSO_WM_UNIT_INDEX" val="1_2_1"/>
  <p:tag name="KSO_WM_UNIT_TYPE" val="l_h_i"/>
  <p:tag name="KSO_WM_CARDGROUP_LAYOUT_DATA" val="{&quot;cardRct&quot;:[960,4986.367166666668,8280,2266.8216666666667],&quot;lytRct&quot;:[960,2399,8280,7442],&quot;rct&quot;:[960,2399,8280,7441],&quot;spRct&quot;:[0,2587,8279,4853]}"/>
</p:tagLst>
</file>

<file path=ppt/tags/tag269.xml><?xml version="1.0" encoding="utf-8"?>
<p:tagLst xmlns:p="http://schemas.openxmlformats.org/presentationml/2006/main">
  <p:tag name="KSO_WM_AILAYOUT_OPTION" val="0_1_1_0"/>
  <p:tag name="KSO_WM_BEAUTIFY_FLAG" val="#wm#"/>
  <p:tag name="KSO_WM_CARDGOUR_SOURCE_FROM" val="aipagebeautify"/>
  <p:tag name="KSO_WM_CARDGROUP_FEATURE" val="1*1*5*1*1"/>
  <p:tag name="KSO_WM_CARDGROUP_ID" val="c74b278b910245d396b83ef77bc9cdfb"/>
  <p:tag name="KSO_WM_CARDGROUP_STYLE_INFO" val="C1_sc_p2*standard*0"/>
  <p:tag name="KSO_WM_FIGMA_FLAG" val="#fgm#"/>
  <p:tag name="KSO_WM_NEWLAYOUT_GROUP_ID" val="40"/>
  <p:tag name="KSO_WM_NEWLAYOUT_ID" val="lay_fb6c34eba8e90fc6cc650bfd65bf5264ee39fe27"/>
  <p:tag name="KSO_WM_SLIDE_FIGMA_DIAGRAM" val="1"/>
  <p:tag name="KSO_WM_UNIT_INDEX" val="1_2_1"/>
  <p:tag name="KSO_WM_UNIT_PRESET_TEXT" val="请在此输入您的标题"/>
  <p:tag name="KSO_WM_UNIT_TYPE" val="l_h_a"/>
  <p:tag name="KSO_WM_CARDGROUP_LAYOUT_DATA" val="{&quot;cardRct&quot;:[960,4986.367166666668,8280,2266.8216666666667],&quot;lytRct&quot;:[960,2399,8280,7442],&quot;rct&quot;:[960,2399,8280,7441],&quot;spRct&quot;:[360,2980,7919,3539]}"/>
</p:tagLst>
</file>

<file path=ppt/tags/tag270.xml><?xml version="1.0" encoding="utf-8"?>
<p:tagLst xmlns:p="http://schemas.openxmlformats.org/presentationml/2006/main">
  <p:tag name="KSO_WM_AILAYOUT_OPTION" val="0_1_1_0"/>
  <p:tag name="KSO_WM_BEAUTIFY_FLAG" val="#wm#"/>
  <p:tag name="KSO_WM_CARDGOUR_SOURCE_FROM" val="aipagebeautify"/>
  <p:tag name="KSO_WM_CARDGROUP_FEATURE" val="1*1*5*1*1"/>
  <p:tag name="KSO_WM_CARDGROUP_ID" val="c74b278b910245d396b83ef77bc9cdfb"/>
  <p:tag name="KSO_WM_CARDGROUP_STYLE_INFO" val="C1_sc_p2*standard*0"/>
  <p:tag name="KSO_WM_FIGMA_FLAG" val="#fgm#"/>
  <p:tag name="KSO_WM_NEWLAYOUT_GROUP_ID" val="40"/>
  <p:tag name="KSO_WM_NEWLAYOUT_ID" val="lay_fb6c34eba8e90fc6cc650bfd65bf5264ee39fe27"/>
  <p:tag name="KSO_WM_SLIDE_FIGMA_DIAGRAM" val="1"/>
  <p:tag name="KSO_WM_UNIT_INDEX" val="1_2_1"/>
  <p:tag name="KSO_WM_UNIT_PRESET_TEXT" val="请在此输入您的文本。"/>
  <p:tag name="KSO_WM_UNIT_TYPE" val="l_h_f"/>
  <p:tag name="KSO_WM_CARDGROUP_LAYOUT_DATA" val="{&quot;cardRct&quot;:[960,4986.367166666668,8280,2266.8216666666667],&quot;lytRct&quot;:[960,2399,8280,7442],&quot;rct&quot;:[960,2399,8280,7441],&quot;spRct&quot;:[360,3620,7919,4459]}"/>
</p:tagLst>
</file>

<file path=ppt/tags/tag271.xml><?xml version="1.0" encoding="utf-8"?>
<p:tagLst xmlns:p="http://schemas.openxmlformats.org/presentationml/2006/main">
  <p:tag name="KSO_WM_AILAYOUT_OPTION" val="0_1_1_0"/>
  <p:tag name="KSO_WM_BEAUTIFY_FLAG" val="#wm#"/>
  <p:tag name="KSO_WM_CARDGOUR_SOURCE_FROM" val="aipagebeautify"/>
  <p:tag name="KSO_WM_CARDGROUP_FEATURE" val="1*1*5*1*1"/>
  <p:tag name="KSO_WM_CARDGROUP_ID" val="c74b278b910245d396b83ef77bc9cdfb"/>
  <p:tag name="KSO_WM_CARDGROUP_STYLE_INFO" val="C1_sc_p2*standard*0"/>
  <p:tag name="KSO_WM_FIGMA_FLAG" val="#fgm#"/>
  <p:tag name="KSO_WM_FOLLOW_SHAPE_UNIT_TAG" val="1_3_1*l_h_y*"/>
  <p:tag name="KSO_WM_NEWLAYOUT_GROUP_ID" val="40"/>
  <p:tag name="KSO_WM_NEWLAYOUT_ID" val="lay_fb6c34eba8e90fc6cc650bfd65bf5264ee39fe27"/>
  <p:tag name="KSO_WM_SLIDE_FIGMA_DIAGRAM" val="1"/>
  <p:tag name="KSO_WM_UNIT_INDEX" val="1_3_1"/>
  <p:tag name="KSO_WM_UNIT_TYPE" val="l_h_i"/>
  <p:tag name="KSO_WM_CARDGROUP_LAYOUT_DATA" val="{&quot;cardRct&quot;:[960,7573.1888333333345,8280,2266.8216666666667],&quot;lytRct&quot;:[960,2399,8280,7442],&quot;rct&quot;:[960,2399,8280,7441],&quot;spRct&quot;:[0,5174,8279,7440]}"/>
</p:tagLst>
</file>

<file path=ppt/tags/tag272.xml><?xml version="1.0" encoding="utf-8"?>
<p:tagLst xmlns:p="http://schemas.openxmlformats.org/presentationml/2006/main">
  <p:tag name="KSO_WM_AILAYOUT_OPTION" val="0_1_1_0"/>
  <p:tag name="KSO_WM_BEAUTIFY_FLAG" val="#wm#"/>
  <p:tag name="KSO_WM_CARDGOUR_SOURCE_FROM" val="aipagebeautify"/>
  <p:tag name="KSO_WM_CARDGROUP_FEATURE" val="1*1*5*1*1"/>
  <p:tag name="KSO_WM_CARDGROUP_ID" val="c74b278b910245d396b83ef77bc9cdfb"/>
  <p:tag name="KSO_WM_CARDGROUP_STYLE_INFO" val="C1_sc_p2*standard*0"/>
  <p:tag name="KSO_WM_FIGMA_FLAG" val="#fgm#"/>
  <p:tag name="KSO_WM_NEWLAYOUT_GROUP_ID" val="40"/>
  <p:tag name="KSO_WM_NEWLAYOUT_ID" val="lay_fb6c34eba8e90fc6cc650bfd65bf5264ee39fe27"/>
  <p:tag name="KSO_WM_SLIDE_FIGMA_DIAGRAM" val="1"/>
  <p:tag name="KSO_WM_UNIT_INDEX" val="1_3_1"/>
  <p:tag name="KSO_WM_UNIT_PRESET_TEXT" val="请在此输入您的标题"/>
  <p:tag name="KSO_WM_UNIT_TYPE" val="l_h_a"/>
  <p:tag name="KSO_WM_CARDGROUP_LAYOUT_DATA" val="{&quot;cardRct&quot;:[960,7573.1888333333345,8280,2266.8216666666667],&quot;lytRct&quot;:[960,2399,8280,7442],&quot;rct&quot;:[960,2399,8280,7441],&quot;spRct&quot;:[360,5567,7919,6126]}"/>
</p:tagLst>
</file>

<file path=ppt/tags/tag273.xml><?xml version="1.0" encoding="utf-8"?>
<p:tagLst xmlns:p="http://schemas.openxmlformats.org/presentationml/2006/main">
  <p:tag name="KSO_WM_AILAYOUT_OPTION" val="0_1_1_0"/>
  <p:tag name="KSO_WM_BEAUTIFY_FLAG" val="#wm#"/>
  <p:tag name="KSO_WM_CARDGOUR_SOURCE_FROM" val="aipagebeautify"/>
  <p:tag name="KSO_WM_CARDGROUP_FEATURE" val="1*1*5*1*1"/>
  <p:tag name="KSO_WM_CARDGROUP_ID" val="c74b278b910245d396b83ef77bc9cdfb"/>
  <p:tag name="KSO_WM_CARDGROUP_STYLE_INFO" val="C1_sc_p2*standard*0"/>
  <p:tag name="KSO_WM_FIGMA_FLAG" val="#fgm#"/>
  <p:tag name="KSO_WM_NEWLAYOUT_GROUP_ID" val="40"/>
  <p:tag name="KSO_WM_NEWLAYOUT_ID" val="lay_fb6c34eba8e90fc6cc650bfd65bf5264ee39fe27"/>
  <p:tag name="KSO_WM_SLIDE_FIGMA_DIAGRAM" val="1"/>
  <p:tag name="KSO_WM_UNIT_INDEX" val="1_3_1"/>
  <p:tag name="KSO_WM_UNIT_PRESET_TEXT" val="请在此输入您的文本。"/>
  <p:tag name="KSO_WM_UNIT_TYPE" val="l_h_f"/>
  <p:tag name="KSO_WM_CARDGROUP_LAYOUT_DATA" val="{&quot;cardRct&quot;:[960,7573.1888333333345,8280,2266.8216666666667],&quot;lytRct&quot;:[960,2399,8280,7442],&quot;rct&quot;:[960,2399,8280,7441],&quot;spRct&quot;:[360,6207,7919,7046]}"/>
</p:tagLst>
</file>

<file path=ppt/tags/tag274.xml><?xml version="1.0" encoding="utf-8"?>
<p:tagLst xmlns:p="http://schemas.openxmlformats.org/presentationml/2006/main">
  <p:tag name="KSO_WM_UNIT_TYPE" val="a"/>
  <p:tag name="KSO_WM_UNIT_INDEX" val="1"/>
  <p:tag name="KSO_WM_BEAUTIFY_FLAG" val="#wm#"/>
  <p:tag name="KSO_WM_TAG_VERSION" val="3.0"/>
  <p:tag name="KSO_WM_SHAPE_UPDATE_BRIGHT" val="1"/>
</p:tagLst>
</file>

<file path=ppt/tags/tag275.xml><?xml version="1.0" encoding="utf-8"?>
<p:tagLst xmlns:p="http://schemas.openxmlformats.org/presentationml/2006/main">
  <p:tag name="KSO_WM_TEMPLATE_SLIDE_ID" val="lay_fb6c34eba8e90fc6cc650bfd65bf5264ee39fe27"/>
  <p:tag name="KSO_WM_SLIDE_ITEM_CNT" val="3"/>
  <p:tag name="KSO_WM_SLIDE_CHECK_HASH" val="ff8a12250a36e12eb6ffc024a677dab67fef5a36"/>
</p:tagLst>
</file>

<file path=ppt/tags/tag276.xml><?xml version="1.0" encoding="utf-8"?>
<p:tagLst xmlns:p="http://schemas.openxmlformats.org/presentationml/2006/main">
  <p:tag name="KSO_WM_BEAUTIFY_FLAG" val="#wm#"/>
  <p:tag name="KSO_WM_FIGMA_FLAG" val="#fgm#"/>
  <p:tag name="KSO_WM_UNIT_INDEX" val="1"/>
  <p:tag name="KSO_WM_UNIT_TEXT_TYPE" val="1"/>
  <p:tag name="KSO_WM_UNIT_TYPE" val="b"/>
  <p:tag name="KSO_WM_UNIT_PRESET_TEXT" val="THE END"/>
  <p:tag name="KSO_WM_UNIT_ID" val="_11*b*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298"/>
  <p:tag name="KSO_WM_TEMPLATE_CATEGORY" val="custom"/>
</p:tagLst>
</file>

<file path=ppt/tags/tag277.xml><?xml version="1.0" encoding="utf-8"?>
<p:tagLst xmlns:p="http://schemas.openxmlformats.org/presentationml/2006/main">
  <p:tag name="KSO_WM_SLIDE_CONTENT_ORIENTATION" val="right"/>
  <p:tag name="KSO_WM_SLIDE_HAS_MASK" val="0"/>
  <p:tag name="KSO_WM_SLIDE_ITEM_CNT" val="0"/>
  <p:tag name="KSO_WM_SLIDE_TYPE" val="endPage"/>
  <p:tag name="KSO_WM_TEMPLATE_SUBCATEGORY" val="29"/>
  <p:tag name="KSO_WM_BEAUTIFY_FLAG" val="#wm#"/>
  <p:tag name="KSO_WM_TEMPLATE_SLIDE_ID" val="slide_2f1bc384a532e0ce"/>
  <p:tag name="KSO_WM_TEMPLATE_INDEX" val="40490298"/>
  <p:tag name="KSO_WM_TEMPLATE_CATEGORY" val="custom"/>
  <p:tag name="KSO_WM_SLIDE_INDEX" val="5"/>
  <p:tag name="KSO_WM_SLIDE_ID" val="custom40490298_9"/>
  <p:tag name="KSO_WM_TEMPLATE_MASTER_TYPE" val="0"/>
  <p:tag name="KSO_WM_SLIDE_LAYOUT" val="a_b"/>
  <p:tag name="KSO_WM_SLIDE_LAYOUT_CNT" val="1_1"/>
  <p:tag name="KSO_WM_TAG_VERSION" val="3.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spect">
      <a:maj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25">
      <a:dk1>
        <a:srgbClr val="000000"/>
      </a:dk1>
      <a:lt1>
        <a:srgbClr val="FFFFFF"/>
      </a:lt1>
      <a:dk2>
        <a:srgbClr val="1C2643"/>
      </a:dk2>
      <a:lt2>
        <a:srgbClr val="EDFDF3"/>
      </a:lt2>
      <a:accent1>
        <a:srgbClr val="2ECC6D"/>
      </a:accent1>
      <a:accent2>
        <a:srgbClr val="61E569"/>
      </a:accent2>
      <a:accent3>
        <a:srgbClr val="88E052"/>
      </a:accent3>
      <a:accent4>
        <a:srgbClr val="B0DC3A"/>
      </a:accent4>
      <a:accent5>
        <a:srgbClr val="D7D723"/>
      </a:accent5>
      <a:accent6>
        <a:srgbClr val="FFD20C"/>
      </a:accent6>
      <a:hlink>
        <a:srgbClr val="0563C1"/>
      </a:hlink>
      <a:folHlink>
        <a:srgbClr val="954D72"/>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1935</Words>
  <Application>WPS 演示</Application>
  <PresentationFormat>宽屏</PresentationFormat>
  <Paragraphs>69</Paragraphs>
  <Slides>8</Slides>
  <Notes>0</Notes>
  <HiddenSlides>0</HiddenSlides>
  <MMClips>1</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8</vt:i4>
      </vt:variant>
    </vt:vector>
  </HeadingPairs>
  <TitlesOfParts>
    <vt:vector size="19" baseType="lpstr">
      <vt:lpstr>Arial</vt:lpstr>
      <vt:lpstr>宋体</vt:lpstr>
      <vt:lpstr>Wingdings</vt:lpstr>
      <vt:lpstr>微软雅黑</vt:lpstr>
      <vt:lpstr>MiSans Normal</vt:lpstr>
      <vt:lpstr>Wingdings</vt:lpstr>
      <vt:lpstr>MiSans Heavy</vt:lpstr>
      <vt:lpstr>Arial Unicode MS</vt:lpstr>
      <vt:lpstr>Calibri</vt:lpstr>
      <vt:lpstr>Office 主题</vt:lpstr>
      <vt:lpstr>1_Office 主题</vt:lpstr>
      <vt:lpstr>Green Sight AI</vt:lpstr>
      <vt:lpstr>PowerPoint 演示文稿</vt:lpstr>
      <vt:lpstr>The problem</vt:lpstr>
      <vt:lpstr>Our product</vt:lpstr>
      <vt:lpstr>Demo demonstration</vt:lpstr>
      <vt:lpstr>Validation evidence</vt:lpstr>
      <vt:lpstr>Application prospects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Sight AI</dc:title>
  <dc:creator>Kevin</dc:creator>
  <cp:lastModifiedBy>WPS_779361309</cp:lastModifiedBy>
  <cp:revision>5</cp:revision>
  <dcterms:created xsi:type="dcterms:W3CDTF">2026-05-05T09:18:00Z</dcterms:created>
  <dcterms:modified xsi:type="dcterms:W3CDTF">2026-05-14T16:29:34Z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KSOTemplateUUID">
    <vt:lpwstr>v1.0_ai_69796631901</vt:lpwstr>
  </property>
  <property fmtid="{D5CDD505-2E9C-101B-9397-08002B2CF9AE}" pid="4" name="ICV">
    <vt:lpwstr>8AF1613CB01249EB8D1D2D3C6625B196_13</vt:lpwstr>
  </property>
</Properties>
</file>